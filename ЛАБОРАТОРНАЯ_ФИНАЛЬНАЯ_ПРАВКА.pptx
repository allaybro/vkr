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2" r:id="rId1"/>
    <p:sldMasterId id="2147483711" r:id="rId2"/>
  </p:sldMasterIdLst>
  <p:notesMasterIdLst>
    <p:notesMasterId r:id="rId14"/>
  </p:notesMasterIdLst>
  <p:sldIdLst>
    <p:sldId id="297" r:id="rId3"/>
    <p:sldId id="308" r:id="rId4"/>
    <p:sldId id="309" r:id="rId5"/>
    <p:sldId id="310" r:id="rId6"/>
    <p:sldId id="311" r:id="rId7"/>
    <p:sldId id="312" r:id="rId8"/>
    <p:sldId id="313" r:id="rId9"/>
    <p:sldId id="317" r:id="rId10"/>
    <p:sldId id="318" r:id="rId11"/>
    <p:sldId id="316" r:id="rId12"/>
    <p:sldId id="289" r:id="rId1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EBEB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Средний стиль 2 —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Средний стиль 2 — акцент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21" autoAdjust="0"/>
    <p:restoredTop sz="94960" autoAdjust="0"/>
  </p:normalViewPr>
  <p:slideViewPr>
    <p:cSldViewPr snapToGrid="0">
      <p:cViewPr>
        <p:scale>
          <a:sx n="50" d="100"/>
          <a:sy n="50" d="100"/>
        </p:scale>
        <p:origin x="34" y="59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llayBro\Desktop\&#1056;&#1045;&#1043;&#1056;&#1045;&#1057;&#1057;&#1048;&#1054;&#1053;&#1053;&#1040;&#1071;%20&#1052;&#1054;&#1044;&#1045;&#1051;&#1068;\&#1060;&#1048;&#1053;&#1040;&#1051;&#1068;&#1053;&#1040;&#1071;%20&#1055;&#1056;&#1040;&#1042;&#1050;&#1040;\&#1051;&#1040;&#1041;&#1054;&#1056;&#1040;&#1058;&#1054;&#1056;&#1053;&#1040;&#1071;_&#1060;&#1048;&#1053;&#1040;&#1051;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/>
              <a:t>Фактическое и рассче</a:t>
            </a:r>
            <a:r>
              <a:rPr lang="ru-RU" baseline="0"/>
              <a:t>тное</a:t>
            </a:r>
            <a:r>
              <a:rPr lang="ru-RU"/>
              <a:t> значения</a:t>
            </a:r>
            <a:r>
              <a:rPr lang="ru-RU" baseline="0"/>
              <a:t> абсолютной ошибки дистанции</a:t>
            </a:r>
            <a:endParaRPr lang="ru-RU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'Лист3 - Итог'!$E$1</c:f>
              <c:strCache>
                <c:ptCount val="1"/>
                <c:pt idx="0">
                  <c:v>Абс дист</c:v>
                </c:pt>
              </c:strCache>
            </c:strRef>
          </c:tx>
          <c:spPr>
            <a:ln w="28575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cat>
            <c:numRef>
              <c:f>'Лист3 - Итог'!$A$2:$A$99</c:f>
              <c:numCache>
                <c:formatCode>General</c:formatCode>
                <c:ptCount val="98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</c:numCache>
            </c:numRef>
          </c:cat>
          <c:val>
            <c:numRef>
              <c:f>'Лист3 - Итог'!$E$2:$E$99</c:f>
              <c:numCache>
                <c:formatCode>General</c:formatCode>
                <c:ptCount val="98"/>
                <c:pt idx="0">
                  <c:v>0.05</c:v>
                </c:pt>
                <c:pt idx="1">
                  <c:v>0.11</c:v>
                </c:pt>
                <c:pt idx="2">
                  <c:v>0.13</c:v>
                </c:pt>
                <c:pt idx="3">
                  <c:v>0.28999999999999998</c:v>
                </c:pt>
                <c:pt idx="4">
                  <c:v>0.16</c:v>
                </c:pt>
                <c:pt idx="5">
                  <c:v>0.08</c:v>
                </c:pt>
                <c:pt idx="6">
                  <c:v>0.15</c:v>
                </c:pt>
                <c:pt idx="7">
                  <c:v>0.13</c:v>
                </c:pt>
                <c:pt idx="8">
                  <c:v>0</c:v>
                </c:pt>
                <c:pt idx="9">
                  <c:v>0.13</c:v>
                </c:pt>
                <c:pt idx="10">
                  <c:v>0</c:v>
                </c:pt>
                <c:pt idx="11">
                  <c:v>0.08</c:v>
                </c:pt>
                <c:pt idx="12">
                  <c:v>0.22</c:v>
                </c:pt>
                <c:pt idx="13">
                  <c:v>0.08</c:v>
                </c:pt>
                <c:pt idx="14">
                  <c:v>0.15</c:v>
                </c:pt>
                <c:pt idx="15">
                  <c:v>0.13</c:v>
                </c:pt>
                <c:pt idx="16">
                  <c:v>0.04</c:v>
                </c:pt>
                <c:pt idx="17">
                  <c:v>0.09</c:v>
                </c:pt>
                <c:pt idx="18">
                  <c:v>0.01</c:v>
                </c:pt>
                <c:pt idx="19">
                  <c:v>7.0000000000000007E-2</c:v>
                </c:pt>
                <c:pt idx="20">
                  <c:v>0.22</c:v>
                </c:pt>
                <c:pt idx="21">
                  <c:v>0.15</c:v>
                </c:pt>
                <c:pt idx="22">
                  <c:v>0.6</c:v>
                </c:pt>
                <c:pt idx="23">
                  <c:v>0.47</c:v>
                </c:pt>
                <c:pt idx="24">
                  <c:v>0.05</c:v>
                </c:pt>
                <c:pt idx="25">
                  <c:v>0.35</c:v>
                </c:pt>
                <c:pt idx="26">
                  <c:v>0.03</c:v>
                </c:pt>
                <c:pt idx="27">
                  <c:v>0.05</c:v>
                </c:pt>
                <c:pt idx="28">
                  <c:v>0.23</c:v>
                </c:pt>
                <c:pt idx="29">
                  <c:v>0.11</c:v>
                </c:pt>
                <c:pt idx="30">
                  <c:v>0.47</c:v>
                </c:pt>
                <c:pt idx="31">
                  <c:v>0.19</c:v>
                </c:pt>
                <c:pt idx="32">
                  <c:v>0.31</c:v>
                </c:pt>
                <c:pt idx="33">
                  <c:v>0.27</c:v>
                </c:pt>
                <c:pt idx="34">
                  <c:v>0.15</c:v>
                </c:pt>
                <c:pt idx="35">
                  <c:v>1.02</c:v>
                </c:pt>
                <c:pt idx="36">
                  <c:v>0.55000000000000004</c:v>
                </c:pt>
                <c:pt idx="37">
                  <c:v>0.48</c:v>
                </c:pt>
                <c:pt idx="38">
                  <c:v>0.4</c:v>
                </c:pt>
                <c:pt idx="39">
                  <c:v>1.6</c:v>
                </c:pt>
                <c:pt idx="40">
                  <c:v>0.19</c:v>
                </c:pt>
                <c:pt idx="41">
                  <c:v>0.18</c:v>
                </c:pt>
                <c:pt idx="42">
                  <c:v>0.1</c:v>
                </c:pt>
                <c:pt idx="43">
                  <c:v>1.18</c:v>
                </c:pt>
                <c:pt idx="44">
                  <c:v>0.63</c:v>
                </c:pt>
                <c:pt idx="45">
                  <c:v>1.1000000000000001</c:v>
                </c:pt>
                <c:pt idx="46">
                  <c:v>0.94</c:v>
                </c:pt>
                <c:pt idx="47">
                  <c:v>0.33</c:v>
                </c:pt>
                <c:pt idx="48">
                  <c:v>0.25</c:v>
                </c:pt>
                <c:pt idx="49">
                  <c:v>0.61</c:v>
                </c:pt>
                <c:pt idx="50">
                  <c:v>0.94</c:v>
                </c:pt>
                <c:pt idx="51">
                  <c:v>0.18</c:v>
                </c:pt>
                <c:pt idx="52">
                  <c:v>0.4</c:v>
                </c:pt>
                <c:pt idx="53">
                  <c:v>0.01</c:v>
                </c:pt>
                <c:pt idx="54">
                  <c:v>0.15</c:v>
                </c:pt>
                <c:pt idx="55">
                  <c:v>0.13</c:v>
                </c:pt>
                <c:pt idx="56">
                  <c:v>7.0000000000000007E-2</c:v>
                </c:pt>
                <c:pt idx="57">
                  <c:v>0.08</c:v>
                </c:pt>
                <c:pt idx="58">
                  <c:v>0.54</c:v>
                </c:pt>
                <c:pt idx="59">
                  <c:v>0.06</c:v>
                </c:pt>
                <c:pt idx="60">
                  <c:v>0.13</c:v>
                </c:pt>
                <c:pt idx="61">
                  <c:v>0.2</c:v>
                </c:pt>
                <c:pt idx="62">
                  <c:v>0.25</c:v>
                </c:pt>
                <c:pt idx="63">
                  <c:v>0.18</c:v>
                </c:pt>
                <c:pt idx="64">
                  <c:v>0.16</c:v>
                </c:pt>
                <c:pt idx="65">
                  <c:v>0.06</c:v>
                </c:pt>
                <c:pt idx="66">
                  <c:v>0.62</c:v>
                </c:pt>
                <c:pt idx="67">
                  <c:v>0.8</c:v>
                </c:pt>
                <c:pt idx="68">
                  <c:v>1.06</c:v>
                </c:pt>
                <c:pt idx="69">
                  <c:v>0.8</c:v>
                </c:pt>
                <c:pt idx="70">
                  <c:v>0.84</c:v>
                </c:pt>
                <c:pt idx="71">
                  <c:v>0.62</c:v>
                </c:pt>
                <c:pt idx="72">
                  <c:v>1.2</c:v>
                </c:pt>
                <c:pt idx="73">
                  <c:v>0.35</c:v>
                </c:pt>
                <c:pt idx="74">
                  <c:v>0.95</c:v>
                </c:pt>
                <c:pt idx="75">
                  <c:v>0.69</c:v>
                </c:pt>
                <c:pt idx="76">
                  <c:v>0.69</c:v>
                </c:pt>
                <c:pt idx="77">
                  <c:v>0.66</c:v>
                </c:pt>
                <c:pt idx="78">
                  <c:v>0.62</c:v>
                </c:pt>
                <c:pt idx="79">
                  <c:v>1.45</c:v>
                </c:pt>
                <c:pt idx="80">
                  <c:v>0.94</c:v>
                </c:pt>
                <c:pt idx="81">
                  <c:v>1.07</c:v>
                </c:pt>
                <c:pt idx="82">
                  <c:v>0.47</c:v>
                </c:pt>
                <c:pt idx="83">
                  <c:v>1.39</c:v>
                </c:pt>
                <c:pt idx="84">
                  <c:v>1.45</c:v>
                </c:pt>
                <c:pt idx="85">
                  <c:v>0.54</c:v>
                </c:pt>
                <c:pt idx="86">
                  <c:v>1.1399999999999999</c:v>
                </c:pt>
                <c:pt idx="87">
                  <c:v>0.74</c:v>
                </c:pt>
                <c:pt idx="88">
                  <c:v>1.01</c:v>
                </c:pt>
                <c:pt idx="89">
                  <c:v>0.18</c:v>
                </c:pt>
                <c:pt idx="90">
                  <c:v>1.64</c:v>
                </c:pt>
                <c:pt idx="91">
                  <c:v>1.1399999999999999</c:v>
                </c:pt>
                <c:pt idx="92">
                  <c:v>0.74</c:v>
                </c:pt>
                <c:pt idx="93">
                  <c:v>0.4</c:v>
                </c:pt>
                <c:pt idx="94">
                  <c:v>0.61</c:v>
                </c:pt>
                <c:pt idx="95">
                  <c:v>0.4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C8F-41AD-836B-80BAB66D489D}"/>
            </c:ext>
          </c:extLst>
        </c:ser>
        <c:ser>
          <c:idx val="1"/>
          <c:order val="1"/>
          <c:tx>
            <c:strRef>
              <c:f>'Лист3 - Итог'!$F$1</c:f>
              <c:strCache>
                <c:ptCount val="1"/>
                <c:pt idx="0">
                  <c:v>Рассчет Абс дист.</c:v>
                </c:pt>
              </c:strCache>
            </c:strRef>
          </c:tx>
          <c:spPr>
            <a:ln w="28575" cap="rnd">
              <a:solidFill>
                <a:schemeClr val="bg2">
                  <a:lumMod val="75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'Лист3 - Итог'!$A$2:$A$99</c:f>
              <c:numCache>
                <c:formatCode>General</c:formatCode>
                <c:ptCount val="98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</c:numCache>
            </c:numRef>
          </c:cat>
          <c:val>
            <c:numRef>
              <c:f>'Лист3 - Итог'!$F$2:$F$99</c:f>
              <c:numCache>
                <c:formatCode>General</c:formatCode>
                <c:ptCount val="98"/>
                <c:pt idx="0">
                  <c:v>4.9501882982593393E-2</c:v>
                </c:pt>
                <c:pt idx="1">
                  <c:v>-1.5403541748095884E-2</c:v>
                </c:pt>
                <c:pt idx="2">
                  <c:v>-9.500603819650888E-2</c:v>
                </c:pt>
                <c:pt idx="3">
                  <c:v>-0.1080268413380977</c:v>
                </c:pt>
                <c:pt idx="4">
                  <c:v>0.23009397670728687</c:v>
                </c:pt>
                <c:pt idx="5">
                  <c:v>0.34086618065591051</c:v>
                </c:pt>
                <c:pt idx="6">
                  <c:v>0.23117839059516959</c:v>
                </c:pt>
                <c:pt idx="7">
                  <c:v>-0.21483569000829084</c:v>
                </c:pt>
                <c:pt idx="8">
                  <c:v>0.29430825126109611</c:v>
                </c:pt>
                <c:pt idx="9">
                  <c:v>0.2323620999716775</c:v>
                </c:pt>
                <c:pt idx="10">
                  <c:v>0.44996211602839881</c:v>
                </c:pt>
                <c:pt idx="11">
                  <c:v>0.28898155906681006</c:v>
                </c:pt>
                <c:pt idx="12">
                  <c:v>0.19931753291807847</c:v>
                </c:pt>
                <c:pt idx="13">
                  <c:v>0.31492386986135984</c:v>
                </c:pt>
                <c:pt idx="14">
                  <c:v>0.17929376900606825</c:v>
                </c:pt>
                <c:pt idx="15">
                  <c:v>3.4705515776244034E-2</c:v>
                </c:pt>
                <c:pt idx="16">
                  <c:v>0.24934625839169511</c:v>
                </c:pt>
                <c:pt idx="17">
                  <c:v>0.19331865398481562</c:v>
                </c:pt>
                <c:pt idx="18">
                  <c:v>0.13364846244678696</c:v>
                </c:pt>
                <c:pt idx="19">
                  <c:v>0.31228536456737055</c:v>
                </c:pt>
                <c:pt idx="20">
                  <c:v>0.2704622726785878</c:v>
                </c:pt>
                <c:pt idx="21">
                  <c:v>0.25744146953699987</c:v>
                </c:pt>
                <c:pt idx="22">
                  <c:v>0.43972879527573194</c:v>
                </c:pt>
                <c:pt idx="23">
                  <c:v>0.46920327076190399</c:v>
                </c:pt>
                <c:pt idx="24">
                  <c:v>0.54002724237513244</c:v>
                </c:pt>
                <c:pt idx="25">
                  <c:v>0.44740394278513057</c:v>
                </c:pt>
                <c:pt idx="26">
                  <c:v>0.64083721211206401</c:v>
                </c:pt>
                <c:pt idx="27">
                  <c:v>0.48814262078603149</c:v>
                </c:pt>
                <c:pt idx="28">
                  <c:v>0.47808109108571378</c:v>
                </c:pt>
                <c:pt idx="29">
                  <c:v>0.44022135447536115</c:v>
                </c:pt>
                <c:pt idx="30">
                  <c:v>0.52108789235100494</c:v>
                </c:pt>
                <c:pt idx="31">
                  <c:v>0.50520711125677242</c:v>
                </c:pt>
                <c:pt idx="32">
                  <c:v>0.35529216583266165</c:v>
                </c:pt>
                <c:pt idx="33">
                  <c:v>0.25270663203096733</c:v>
                </c:pt>
                <c:pt idx="34">
                  <c:v>0.26732337169796994</c:v>
                </c:pt>
                <c:pt idx="35">
                  <c:v>0.79649499512286748</c:v>
                </c:pt>
                <c:pt idx="36">
                  <c:v>0.58996059060362327</c:v>
                </c:pt>
                <c:pt idx="37">
                  <c:v>0.78643346542254888</c:v>
                </c:pt>
                <c:pt idx="38">
                  <c:v>0.61294362795690327</c:v>
                </c:pt>
                <c:pt idx="39">
                  <c:v>0.83309069030598892</c:v>
                </c:pt>
                <c:pt idx="40">
                  <c:v>0.2743302507118921</c:v>
                </c:pt>
                <c:pt idx="41">
                  <c:v>0.83239954012911022</c:v>
                </c:pt>
                <c:pt idx="42">
                  <c:v>0.70091242209159588</c:v>
                </c:pt>
                <c:pt idx="43">
                  <c:v>0.82539657935868704</c:v>
                </c:pt>
                <c:pt idx="44">
                  <c:v>0.63373887409651641</c:v>
                </c:pt>
                <c:pt idx="45">
                  <c:v>0.9020398023658307</c:v>
                </c:pt>
                <c:pt idx="46">
                  <c:v>0.92502283971911115</c:v>
                </c:pt>
                <c:pt idx="47">
                  <c:v>0.58885721327783735</c:v>
                </c:pt>
                <c:pt idx="48">
                  <c:v>0.72981400632741589</c:v>
                </c:pt>
                <c:pt idx="49">
                  <c:v>0.53105404480619689</c:v>
                </c:pt>
                <c:pt idx="50">
                  <c:v>0.84719590733545957</c:v>
                </c:pt>
                <c:pt idx="51">
                  <c:v>0.47908909116637399</c:v>
                </c:pt>
                <c:pt idx="52">
                  <c:v>0.3214800347949609</c:v>
                </c:pt>
                <c:pt idx="53">
                  <c:v>0.11448763976400461</c:v>
                </c:pt>
                <c:pt idx="54">
                  <c:v>0.15335145821151802</c:v>
                </c:pt>
                <c:pt idx="55">
                  <c:v>0.12859285679347526</c:v>
                </c:pt>
                <c:pt idx="56">
                  <c:v>0.24834217655453478</c:v>
                </c:pt>
                <c:pt idx="57">
                  <c:v>0.15927000509405759</c:v>
                </c:pt>
                <c:pt idx="58">
                  <c:v>6.7731119391938044E-2</c:v>
                </c:pt>
                <c:pt idx="59">
                  <c:v>0.18639602526511573</c:v>
                </c:pt>
                <c:pt idx="60">
                  <c:v>3.4705515776244034E-2</c:v>
                </c:pt>
                <c:pt idx="61">
                  <c:v>8.0671590482804478E-2</c:v>
                </c:pt>
                <c:pt idx="62">
                  <c:v>6.664670550405577E-2</c:v>
                </c:pt>
                <c:pt idx="63">
                  <c:v>-2.132208863063545E-2</c:v>
                </c:pt>
                <c:pt idx="64">
                  <c:v>3.1746242334973807E-2</c:v>
                </c:pt>
                <c:pt idx="65">
                  <c:v>-5.3263278358448574E-2</c:v>
                </c:pt>
                <c:pt idx="66">
                  <c:v>0.47316662604033366</c:v>
                </c:pt>
                <c:pt idx="67">
                  <c:v>0.81937481874402285</c:v>
                </c:pt>
                <c:pt idx="68">
                  <c:v>0.67900988038269738</c:v>
                </c:pt>
                <c:pt idx="69">
                  <c:v>0.71560557556582061</c:v>
                </c:pt>
                <c:pt idx="70">
                  <c:v>0.61006076832285649</c:v>
                </c:pt>
                <c:pt idx="71">
                  <c:v>0.64488089944121652</c:v>
                </c:pt>
                <c:pt idx="72">
                  <c:v>0.62120671191105648</c:v>
                </c:pt>
                <c:pt idx="73">
                  <c:v>0.73276936152518579</c:v>
                </c:pt>
                <c:pt idx="74">
                  <c:v>0.70968702868328015</c:v>
                </c:pt>
                <c:pt idx="75">
                  <c:v>0.64192162599994629</c:v>
                </c:pt>
                <c:pt idx="76">
                  <c:v>0.69380624758904763</c:v>
                </c:pt>
                <c:pt idx="77">
                  <c:v>0.49792522745837642</c:v>
                </c:pt>
                <c:pt idx="78">
                  <c:v>0.32739466343400103</c:v>
                </c:pt>
                <c:pt idx="79">
                  <c:v>0.7190613264502177</c:v>
                </c:pt>
                <c:pt idx="80">
                  <c:v>0.66295338999261755</c:v>
                </c:pt>
                <c:pt idx="81">
                  <c:v>0.80576607915767995</c:v>
                </c:pt>
                <c:pt idx="82">
                  <c:v>0.67360677438118877</c:v>
                </c:pt>
                <c:pt idx="83">
                  <c:v>0.72083689051498001</c:v>
                </c:pt>
                <c:pt idx="84">
                  <c:v>0.7709459480393186</c:v>
                </c:pt>
                <c:pt idx="85">
                  <c:v>0.56806196713822554</c:v>
                </c:pt>
                <c:pt idx="86">
                  <c:v>0.80458236978117204</c:v>
                </c:pt>
                <c:pt idx="87">
                  <c:v>0.91722943328318407</c:v>
                </c:pt>
                <c:pt idx="88">
                  <c:v>0.91131088640064362</c:v>
                </c:pt>
                <c:pt idx="89">
                  <c:v>0.79039682070097983</c:v>
                </c:pt>
                <c:pt idx="90">
                  <c:v>0.79274527601609202</c:v>
                </c:pt>
                <c:pt idx="91">
                  <c:v>0.80458236978117204</c:v>
                </c:pt>
                <c:pt idx="92">
                  <c:v>0.8394025008995325</c:v>
                </c:pt>
                <c:pt idx="93">
                  <c:v>0.72667510534679891</c:v>
                </c:pt>
                <c:pt idx="94">
                  <c:v>0.72253212252902077</c:v>
                </c:pt>
                <c:pt idx="95">
                  <c:v>0.58090314274046628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C8F-41AD-836B-80BAB66D489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815767615"/>
        <c:axId val="1815771775"/>
      </c:lineChart>
      <c:catAx>
        <c:axId val="1815767615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Номер опыта</a:t>
                </a:r>
              </a:p>
            </c:rich>
          </c:tx>
          <c:layout>
            <c:manualLayout>
              <c:xMode val="edge"/>
              <c:yMode val="edge"/>
              <c:x val="0.48247418745304921"/>
              <c:y val="0.80373507772108255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815771775"/>
        <c:crosses val="autoZero"/>
        <c:auto val="1"/>
        <c:lblAlgn val="ctr"/>
        <c:lblOffset val="100"/>
        <c:noMultiLvlLbl val="0"/>
      </c:catAx>
      <c:valAx>
        <c:axId val="1815771775"/>
        <c:scaling>
          <c:orientation val="minMax"/>
          <c:max val="1.8"/>
          <c:min val="-0.30000000000000004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Значение ошибки </a:t>
                </a:r>
                <a:r>
                  <a:rPr lang="en-US"/>
                  <a:t>y</a:t>
                </a:r>
                <a:r>
                  <a:rPr lang="en-US" baseline="-25000"/>
                  <a:t>1</a:t>
                </a:r>
                <a:endParaRPr lang="ru-RU" baseline="-2500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815767615"/>
        <c:crosses val="autoZero"/>
        <c:crossBetween val="between"/>
        <c:majorUnit val="0.1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3426BF-2E0E-4576-9ED8-695B77B1CE3E}" type="datetimeFigureOut">
              <a:rPr lang="ru-RU" smtClean="0"/>
              <a:t>15.09.2025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0FEDA7-0688-47ED-BFDB-EDD1520D63C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092676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17105BD-6D6F-49DB-9DE4-D4A6452D7E5F}" type="slidenum">
              <a:rPr kumimoji="0" lang="ru-RU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Calibri" panose="020F050202020403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ru-RU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pitchFamily="2" charset="-122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28833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17105BD-6D6F-49DB-9DE4-D4A6452D7E5F}" type="slidenum">
              <a:rPr kumimoji="0" lang="ru-RU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ru-RU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194389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fld id="{017105BD-6D6F-49DB-9DE4-D4A6452D7E5F}" type="slidenum">
              <a:rPr lang="ru-RU" altLang="zh-CN" noProof="0" smtClean="0"/>
              <a:t>3</a:t>
            </a:fld>
            <a:endParaRPr lang="ru-RU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8703602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fld id="{017105BD-6D6F-49DB-9DE4-D4A6452D7E5F}" type="slidenum">
              <a:rPr lang="ru-RU" altLang="zh-CN" noProof="0" smtClean="0"/>
              <a:t>4</a:t>
            </a:fld>
            <a:endParaRPr lang="ru-RU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38688240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fld id="{017105BD-6D6F-49DB-9DE4-D4A6452D7E5F}" type="slidenum">
              <a:rPr lang="ru-RU" altLang="zh-CN" noProof="0" smtClean="0"/>
              <a:t>5</a:t>
            </a:fld>
            <a:endParaRPr lang="ru-RU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10770317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fld id="{017105BD-6D6F-49DB-9DE4-D4A6452D7E5F}" type="slidenum">
              <a:rPr lang="ru-RU" altLang="zh-CN" noProof="0" smtClean="0"/>
              <a:t>6</a:t>
            </a:fld>
            <a:endParaRPr lang="ru-RU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39314283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fld id="{017105BD-6D6F-49DB-9DE4-D4A6452D7E5F}" type="slidenum">
              <a:rPr lang="ru-RU" altLang="zh-CN" noProof="0" smtClean="0"/>
              <a:t>7</a:t>
            </a:fld>
            <a:endParaRPr lang="ru-RU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23279595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fld id="{017105BD-6D6F-49DB-9DE4-D4A6452D7E5F}" type="slidenum">
              <a:rPr lang="ru-RU" altLang="zh-CN" noProof="0" smtClean="0"/>
              <a:t>8</a:t>
            </a:fld>
            <a:endParaRPr lang="ru-RU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38549028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fld id="{017105BD-6D6F-49DB-9DE4-D4A6452D7E5F}" type="slidenum">
              <a:rPr lang="ru-RU" altLang="zh-CN" noProof="0" smtClean="0"/>
              <a:t>9</a:t>
            </a:fld>
            <a:endParaRPr lang="ru-RU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225272986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fld id="{017105BD-6D6F-49DB-9DE4-D4A6452D7E5F}" type="slidenum">
              <a:rPr lang="ru-RU" altLang="zh-CN" noProof="0" smtClean="0"/>
              <a:t>11</a:t>
            </a:fld>
            <a:endParaRPr lang="ru-RU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30776703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 с изображением">
    <p:bg>
      <p:bgPr>
        <a:solidFill>
          <a:schemeClr val="accent3">
            <a:alpha val="2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7EC2501B-DEA6-190E-3633-E32F635B7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764" y="1986926"/>
            <a:ext cx="5257793" cy="2057441"/>
          </a:xfrm>
        </p:spPr>
        <p:txBody>
          <a:bodyPr rtlCol="0">
            <a:noAutofit/>
          </a:bodyPr>
          <a:lstStyle>
            <a:defPPr>
              <a:defRPr lang="ru-RU"/>
            </a:def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9" name="Полилиния: Фигура 11">
            <a:extLst>
              <a:ext uri="{FF2B5EF4-FFF2-40B4-BE49-F238E27FC236}">
                <a16:creationId xmlns:a16="http://schemas.microsoft.com/office/drawing/2014/main" id="{9ECA281C-F2CB-AE9D-DCD6-F94D3FEE2E67}"/>
              </a:ext>
            </a:extLst>
          </p:cNvPr>
          <p:cNvSpPr/>
          <p:nvPr userDrawn="1"/>
        </p:nvSpPr>
        <p:spPr>
          <a:xfrm>
            <a:off x="7441324" y="5568778"/>
            <a:ext cx="829927" cy="949454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3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ru-RU"/>
            </a:pPr>
            <a:endParaRPr kumimoji="0" lang="ru-RU" sz="18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021328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8">
          <p15:clr>
            <a:srgbClr val="FBAE40"/>
          </p15:clr>
        </p15:guide>
        <p15:guide id="2" orient="horz" pos="528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вест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Заголовок 16">
            <a:extLst>
              <a:ext uri="{FF2B5EF4-FFF2-40B4-BE49-F238E27FC236}">
                <a16:creationId xmlns:a16="http://schemas.microsoft.com/office/drawing/2014/main" id="{5518B595-5A04-0768-52B1-73F11E475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1740114"/>
          </a:xfrm>
        </p:spPr>
        <p:txBody>
          <a:bodyPr rtlCol="0" anchor="t">
            <a:noAutofit/>
          </a:bodyPr>
          <a:lstStyle>
            <a:lvl1pPr algn="ctr">
              <a:lnSpc>
                <a:spcPct val="100000"/>
              </a:lnSpc>
              <a:defRPr lang="ru-RU">
                <a:solidFill>
                  <a:schemeClr val="accent6"/>
                </a:solidFill>
              </a:defRPr>
            </a:lvl1pPr>
          </a:lstStyle>
          <a:p>
            <a:pPr rtl="0"/>
            <a:r>
              <a:rPr lang="ru-RU" noProof="0" dirty="0"/>
              <a:t>Образец заголовка</a:t>
            </a:r>
          </a:p>
        </p:txBody>
      </p:sp>
      <p:sp>
        <p:nvSpPr>
          <p:cNvPr id="7" name="Полилиния: фигура 4">
            <a:extLst>
              <a:ext uri="{FF2B5EF4-FFF2-40B4-BE49-F238E27FC236}">
                <a16:creationId xmlns:a16="http://schemas.microsoft.com/office/drawing/2014/main" id="{AE722AFD-22D7-4BD8-B055-3867C3800E16}"/>
              </a:ext>
            </a:extLst>
          </p:cNvPr>
          <p:cNvSpPr/>
          <p:nvPr userDrawn="1"/>
        </p:nvSpPr>
        <p:spPr>
          <a:xfrm>
            <a:off x="4193603" y="1008161"/>
            <a:ext cx="1913128" cy="2140085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sz="1800" noProof="0" dirty="0"/>
          </a:p>
        </p:txBody>
      </p:sp>
      <p:sp>
        <p:nvSpPr>
          <p:cNvPr id="13" name="Полилиния: Фигура 12">
            <a:extLst>
              <a:ext uri="{FF2B5EF4-FFF2-40B4-BE49-F238E27FC236}">
                <a16:creationId xmlns:a16="http://schemas.microsoft.com/office/drawing/2014/main" id="{5D0355E4-3980-42A9-9376-74163520D39D}"/>
              </a:ext>
            </a:extLst>
          </p:cNvPr>
          <p:cNvSpPr/>
          <p:nvPr userDrawn="1"/>
        </p:nvSpPr>
        <p:spPr>
          <a:xfrm>
            <a:off x="6286230" y="978977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sz="1800" noProof="0" dirty="0"/>
          </a:p>
        </p:txBody>
      </p:sp>
      <p:sp>
        <p:nvSpPr>
          <p:cNvPr id="14" name="Полилиния: Фигура 13">
            <a:extLst>
              <a:ext uri="{FF2B5EF4-FFF2-40B4-BE49-F238E27FC236}">
                <a16:creationId xmlns:a16="http://schemas.microsoft.com/office/drawing/2014/main" id="{70174533-8C0E-4E82-A582-891A0555FA1F}"/>
              </a:ext>
            </a:extLst>
          </p:cNvPr>
          <p:cNvSpPr/>
          <p:nvPr userDrawn="1"/>
        </p:nvSpPr>
        <p:spPr>
          <a:xfrm>
            <a:off x="5238884" y="2793182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sz="1800" noProof="0" dirty="0"/>
          </a:p>
        </p:txBody>
      </p:sp>
      <p:sp>
        <p:nvSpPr>
          <p:cNvPr id="15" name="Полилиния: Фигура 14">
            <a:extLst>
              <a:ext uri="{FF2B5EF4-FFF2-40B4-BE49-F238E27FC236}">
                <a16:creationId xmlns:a16="http://schemas.microsoft.com/office/drawing/2014/main" id="{071E3938-A754-4D49-B509-249EE9BD83AB}"/>
              </a:ext>
            </a:extLst>
          </p:cNvPr>
          <p:cNvSpPr/>
          <p:nvPr userDrawn="1"/>
        </p:nvSpPr>
        <p:spPr>
          <a:xfrm>
            <a:off x="6286230" y="4578202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noProof="0" dirty="0"/>
          </a:p>
        </p:txBody>
      </p:sp>
      <p:sp>
        <p:nvSpPr>
          <p:cNvPr id="16" name="Полилиния: фигура 15">
            <a:extLst>
              <a:ext uri="{FF2B5EF4-FFF2-40B4-BE49-F238E27FC236}">
                <a16:creationId xmlns:a16="http://schemas.microsoft.com/office/drawing/2014/main" id="{B9D430ED-A815-4274-966C-8192C4230569}"/>
              </a:ext>
            </a:extLst>
          </p:cNvPr>
          <p:cNvSpPr/>
          <p:nvPr userDrawn="1"/>
        </p:nvSpPr>
        <p:spPr>
          <a:xfrm>
            <a:off x="7314232" y="2793181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sz="1800" noProof="0" dirty="0"/>
          </a:p>
        </p:txBody>
      </p:sp>
      <p:sp>
        <p:nvSpPr>
          <p:cNvPr id="24" name="Контент 47" descr="Щелкните значок, чтобы добавить фото">
            <a:extLst>
              <a:ext uri="{FF2B5EF4-FFF2-40B4-BE49-F238E27FC236}">
                <a16:creationId xmlns:a16="http://schemas.microsoft.com/office/drawing/2014/main" id="{5414CF94-2913-4AE7-AAC3-3D61FE74288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184785" y="1559108"/>
            <a:ext cx="1913128" cy="1054727"/>
          </a:xfrm>
          <a:prstGeom prst="rect">
            <a:avLst/>
          </a:prstGeom>
        </p:spPr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lang="ru-RU"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 noProof="0" dirty="0"/>
              <a:t>Образец заголовка </a:t>
            </a:r>
          </a:p>
        </p:txBody>
      </p:sp>
      <p:sp>
        <p:nvSpPr>
          <p:cNvPr id="26" name="Контент 47" descr="Щелкните значок, чтобы добавить фото">
            <a:extLst>
              <a:ext uri="{FF2B5EF4-FFF2-40B4-BE49-F238E27FC236}">
                <a16:creationId xmlns:a16="http://schemas.microsoft.com/office/drawing/2014/main" id="{3CE3485A-395E-4C5F-A00F-D230FF7CFB9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286230" y="1559108"/>
            <a:ext cx="1904890" cy="1054728"/>
          </a:xfrm>
          <a:prstGeom prst="rect">
            <a:avLst/>
          </a:prstGeom>
        </p:spPr>
        <p:txBody>
          <a:bodyPr rtlCol="0" anchor="ctr">
            <a:noAutofit/>
          </a:bodyPr>
          <a:lstStyle>
            <a:lvl1pPr marL="0" indent="0" algn="ctr">
              <a:lnSpc>
                <a:spcPct val="113000"/>
              </a:lnSpc>
              <a:buNone/>
              <a:defRPr lang="ru-RU"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 noProof="0" dirty="0"/>
              <a:t>Образец заголовка </a:t>
            </a:r>
          </a:p>
        </p:txBody>
      </p:sp>
      <p:sp>
        <p:nvSpPr>
          <p:cNvPr id="33" name="Контент 47" descr="Щелкните значок, чтобы добавить фото">
            <a:extLst>
              <a:ext uri="{FF2B5EF4-FFF2-40B4-BE49-F238E27FC236}">
                <a16:creationId xmlns:a16="http://schemas.microsoft.com/office/drawing/2014/main" id="{6A8DFBFF-5B07-49C6-ADB8-341FCD1E753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32707" y="3327592"/>
            <a:ext cx="1914694" cy="1089194"/>
          </a:xfrm>
          <a:prstGeom prst="rect">
            <a:avLst/>
          </a:prstGeom>
        </p:spPr>
        <p:txBody>
          <a:bodyPr rtlCol="0" anchor="ctr">
            <a:noAutofit/>
          </a:bodyPr>
          <a:lstStyle>
            <a:lvl1pPr marL="0" indent="0" algn="ctr">
              <a:lnSpc>
                <a:spcPct val="113000"/>
              </a:lnSpc>
              <a:buNone/>
              <a:defRPr lang="ru-RU"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 noProof="0" dirty="0"/>
              <a:t>Образец заголовка </a:t>
            </a:r>
          </a:p>
        </p:txBody>
      </p:sp>
      <p:sp>
        <p:nvSpPr>
          <p:cNvPr id="34" name="Контент 47" descr="Щелкните значок, чтобы добавить фото">
            <a:extLst>
              <a:ext uri="{FF2B5EF4-FFF2-40B4-BE49-F238E27FC236}">
                <a16:creationId xmlns:a16="http://schemas.microsoft.com/office/drawing/2014/main" id="{1AC7F192-CFC3-470A-9467-330212C6F52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320409" y="3309662"/>
            <a:ext cx="1913128" cy="1107124"/>
          </a:xfrm>
          <a:prstGeom prst="rect">
            <a:avLst/>
          </a:prstGeom>
        </p:spPr>
        <p:txBody>
          <a:bodyPr rtlCol="0" anchor="ctr">
            <a:noAutofit/>
          </a:bodyPr>
          <a:lstStyle>
            <a:lvl1pPr marL="0" indent="0" algn="ctr">
              <a:lnSpc>
                <a:spcPct val="113000"/>
              </a:lnSpc>
              <a:buNone/>
              <a:defRPr lang="ru-RU"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 noProof="0" dirty="0"/>
              <a:t>Образец заголовка </a:t>
            </a:r>
          </a:p>
        </p:txBody>
      </p:sp>
      <p:sp>
        <p:nvSpPr>
          <p:cNvPr id="35" name="Контент 47" descr="Щелкните значок, чтобы добавить фото">
            <a:extLst>
              <a:ext uri="{FF2B5EF4-FFF2-40B4-BE49-F238E27FC236}">
                <a16:creationId xmlns:a16="http://schemas.microsoft.com/office/drawing/2014/main" id="{A5D53FF3-B0CD-4D31-9128-2D2E0E89F09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277992" y="5114137"/>
            <a:ext cx="1913128" cy="1075689"/>
          </a:xfrm>
          <a:prstGeom prst="rect">
            <a:avLst/>
          </a:prstGeom>
        </p:spPr>
        <p:txBody>
          <a:bodyPr rtlCol="0" anchor="ctr">
            <a:noAutofit/>
          </a:bodyPr>
          <a:lstStyle>
            <a:lvl1pPr marL="0" indent="0" algn="ctr">
              <a:lnSpc>
                <a:spcPct val="113000"/>
              </a:lnSpc>
              <a:buNone/>
              <a:defRPr lang="ru-RU"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 noProof="0" dirty="0"/>
              <a:t>Образец заголовка 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FCAC10D1-DF42-8734-0793-84312B963E62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>
          <a:xfrm>
            <a:off x="11194169" y="6217920"/>
            <a:ext cx="458592" cy="365125"/>
          </a:xfrm>
        </p:spPr>
        <p:txBody>
          <a:bodyPr rtlCol="0"/>
          <a:lstStyle>
            <a:lvl1pPr>
              <a:defRPr lang="ru-RU">
                <a:solidFill>
                  <a:schemeClr val="accent6"/>
                </a:solidFill>
              </a:defRPr>
            </a:lvl1pPr>
          </a:lstStyle>
          <a:p>
            <a:pPr rtl="0"/>
            <a:fld id="{47FEACEE-25B4-4A2D-B147-27296E36371D}" type="slidenum">
              <a:rPr lang="ru-RU" altLang="zh-CN" noProof="0" smtClean="0"/>
              <a:pPr/>
              <a:t>‹#›</a:t>
            </a:fld>
            <a:endParaRPr lang="ru-RU" altLang="zh-CN" noProof="0" dirty="0"/>
          </a:p>
        </p:txBody>
      </p:sp>
      <p:sp>
        <p:nvSpPr>
          <p:cNvPr id="22" name="Полилиния: Фигура 13">
            <a:extLst>
              <a:ext uri="{FF2B5EF4-FFF2-40B4-BE49-F238E27FC236}">
                <a16:creationId xmlns:a16="http://schemas.microsoft.com/office/drawing/2014/main" id="{D636473A-CD4E-4BE5-9808-151B9530A484}"/>
              </a:ext>
            </a:extLst>
          </p:cNvPr>
          <p:cNvSpPr/>
          <p:nvPr userDrawn="1"/>
        </p:nvSpPr>
        <p:spPr>
          <a:xfrm>
            <a:off x="3165945" y="2793181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sz="1800" noProof="0" dirty="0"/>
          </a:p>
        </p:txBody>
      </p:sp>
      <p:sp>
        <p:nvSpPr>
          <p:cNvPr id="23" name="Полилиния: Фигура 13">
            <a:extLst>
              <a:ext uri="{FF2B5EF4-FFF2-40B4-BE49-F238E27FC236}">
                <a16:creationId xmlns:a16="http://schemas.microsoft.com/office/drawing/2014/main" id="{36D7B00C-6B8C-4B03-95A7-B3877797B343}"/>
              </a:ext>
            </a:extLst>
          </p:cNvPr>
          <p:cNvSpPr/>
          <p:nvPr userDrawn="1"/>
        </p:nvSpPr>
        <p:spPr>
          <a:xfrm>
            <a:off x="4182872" y="4569507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sz="1800" noProof="0" dirty="0"/>
          </a:p>
        </p:txBody>
      </p:sp>
      <p:sp>
        <p:nvSpPr>
          <p:cNvPr id="27" name="Контент 47" descr="Щелкните значок, чтобы добавить фото">
            <a:extLst>
              <a:ext uri="{FF2B5EF4-FFF2-40B4-BE49-F238E27FC236}">
                <a16:creationId xmlns:a16="http://schemas.microsoft.com/office/drawing/2014/main" id="{5461158A-3AC7-4F2C-B84D-83AD90D94135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159768" y="3327592"/>
            <a:ext cx="1914694" cy="1089194"/>
          </a:xfrm>
          <a:prstGeom prst="rect">
            <a:avLst/>
          </a:prstGeom>
        </p:spPr>
        <p:txBody>
          <a:bodyPr rtlCol="0" anchor="ctr">
            <a:noAutofit/>
          </a:bodyPr>
          <a:lstStyle>
            <a:lvl1pPr marL="0" indent="0" algn="ctr">
              <a:lnSpc>
                <a:spcPct val="113000"/>
              </a:lnSpc>
              <a:buNone/>
              <a:defRPr lang="ru-RU"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 noProof="0" dirty="0"/>
              <a:t>Образец заголовка </a:t>
            </a:r>
          </a:p>
        </p:txBody>
      </p:sp>
    </p:spTree>
    <p:extLst>
      <p:ext uri="{BB962C8B-B14F-4D97-AF65-F5344CB8AC3E}">
        <p14:creationId xmlns:p14="http://schemas.microsoft.com/office/powerpoint/2010/main" val="7842931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28">
          <p15:clr>
            <a:srgbClr val="FBAE40"/>
          </p15:clr>
        </p15:guide>
        <p15:guide id="2" pos="504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вед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50C1D3CF-F6AF-93EB-C40E-C278E5844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574" y="2096892"/>
            <a:ext cx="5117162" cy="1325563"/>
          </a:xfrm>
        </p:spPr>
        <p:txBody>
          <a:bodyPr rtlCol="0">
            <a:noAutofit/>
          </a:bodyPr>
          <a:lstStyle>
            <a:lvl1pPr>
              <a:defRPr lang="ru-RU">
                <a:solidFill>
                  <a:schemeClr val="accent6"/>
                </a:solidFill>
              </a:defRPr>
            </a:lvl1pPr>
          </a:lstStyle>
          <a:p>
            <a:pPr rtl="0"/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14" name="Контент 47">
            <a:extLst>
              <a:ext uri="{FF2B5EF4-FFF2-40B4-BE49-F238E27FC236}">
                <a16:creationId xmlns:a16="http://schemas.microsoft.com/office/drawing/2014/main" id="{E61594E5-F661-407F-9B5E-62267D2E6AA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09574" y="3435546"/>
            <a:ext cx="4260180" cy="1294530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>
              <a:lnSpc>
                <a:spcPct val="100000"/>
              </a:lnSpc>
              <a:buNone/>
              <a:defRPr lang="ru-RU" sz="1500" b="0">
                <a:solidFill>
                  <a:schemeClr val="accent6"/>
                </a:solidFill>
                <a:latin typeface="+mn-lt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/>
              <a:t>Щелкните, чтобы изменить стили текста образца слайда </a:t>
            </a:r>
          </a:p>
        </p:txBody>
      </p:sp>
      <p:sp>
        <p:nvSpPr>
          <p:cNvPr id="21" name="Рисунок 20">
            <a:extLst>
              <a:ext uri="{FF2B5EF4-FFF2-40B4-BE49-F238E27FC236}">
                <a16:creationId xmlns:a16="http://schemas.microsoft.com/office/drawing/2014/main" id="{988BDF24-3B67-5B77-0D48-319FA7FD0F65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5745001" y="0"/>
            <a:ext cx="6446999" cy="6858000"/>
          </a:xfrm>
          <a:custGeom>
            <a:avLst/>
            <a:gdLst>
              <a:gd name="connsiteX0" fmla="*/ 2550369 w 6483642"/>
              <a:gd name="connsiteY0" fmla="*/ 0 h 6858000"/>
              <a:gd name="connsiteX1" fmla="*/ 4338592 w 6483642"/>
              <a:gd name="connsiteY1" fmla="*/ 0 h 6858000"/>
              <a:gd name="connsiteX2" fmla="*/ 6483642 w 6483642"/>
              <a:gd name="connsiteY2" fmla="*/ 1338386 h 6858000"/>
              <a:gd name="connsiteX3" fmla="*/ 6483642 w 6483642"/>
              <a:gd name="connsiteY3" fmla="*/ 5624376 h 6858000"/>
              <a:gd name="connsiteX4" fmla="*/ 4378767 w 6483642"/>
              <a:gd name="connsiteY4" fmla="*/ 6858000 h 6858000"/>
              <a:gd name="connsiteX5" fmla="*/ 2590564 w 6483642"/>
              <a:gd name="connsiteY5" fmla="*/ 6858000 h 6858000"/>
              <a:gd name="connsiteX6" fmla="*/ 133 w 6483642"/>
              <a:gd name="connsiteY6" fmla="*/ 5332429 h 6858000"/>
              <a:gd name="connsiteX7" fmla="*/ 20164 w 6483642"/>
              <a:gd name="connsiteY7" fmla="*/ 1404433 h 6858000"/>
              <a:gd name="connsiteX0" fmla="*/ 2530205 w 6463478"/>
              <a:gd name="connsiteY0" fmla="*/ 0 h 6858000"/>
              <a:gd name="connsiteX1" fmla="*/ 4318428 w 6463478"/>
              <a:gd name="connsiteY1" fmla="*/ 0 h 6858000"/>
              <a:gd name="connsiteX2" fmla="*/ 6463478 w 6463478"/>
              <a:gd name="connsiteY2" fmla="*/ 1338386 h 6858000"/>
              <a:gd name="connsiteX3" fmla="*/ 6463478 w 6463478"/>
              <a:gd name="connsiteY3" fmla="*/ 5624376 h 6858000"/>
              <a:gd name="connsiteX4" fmla="*/ 4358603 w 6463478"/>
              <a:gd name="connsiteY4" fmla="*/ 6858000 h 6858000"/>
              <a:gd name="connsiteX5" fmla="*/ 2570400 w 6463478"/>
              <a:gd name="connsiteY5" fmla="*/ 6858000 h 6858000"/>
              <a:gd name="connsiteX6" fmla="*/ 17140 w 6463478"/>
              <a:gd name="connsiteY6" fmla="*/ 5339864 h 6858000"/>
              <a:gd name="connsiteX7" fmla="*/ 0 w 6463478"/>
              <a:gd name="connsiteY7" fmla="*/ 1404433 h 6858000"/>
              <a:gd name="connsiteX8" fmla="*/ 2530205 w 6463478"/>
              <a:gd name="connsiteY8" fmla="*/ 0 h 6858000"/>
              <a:gd name="connsiteX0" fmla="*/ 2513726 w 6446999"/>
              <a:gd name="connsiteY0" fmla="*/ 0 h 6858000"/>
              <a:gd name="connsiteX1" fmla="*/ 4301949 w 6446999"/>
              <a:gd name="connsiteY1" fmla="*/ 0 h 6858000"/>
              <a:gd name="connsiteX2" fmla="*/ 6446999 w 6446999"/>
              <a:gd name="connsiteY2" fmla="*/ 1338386 h 6858000"/>
              <a:gd name="connsiteX3" fmla="*/ 6446999 w 6446999"/>
              <a:gd name="connsiteY3" fmla="*/ 5624376 h 6858000"/>
              <a:gd name="connsiteX4" fmla="*/ 4342124 w 6446999"/>
              <a:gd name="connsiteY4" fmla="*/ 6858000 h 6858000"/>
              <a:gd name="connsiteX5" fmla="*/ 2553921 w 6446999"/>
              <a:gd name="connsiteY5" fmla="*/ 6858000 h 6858000"/>
              <a:gd name="connsiteX6" fmla="*/ 661 w 6446999"/>
              <a:gd name="connsiteY6" fmla="*/ 5339864 h 6858000"/>
              <a:gd name="connsiteX7" fmla="*/ 299 w 6446999"/>
              <a:gd name="connsiteY7" fmla="*/ 1396044 h 6858000"/>
              <a:gd name="connsiteX8" fmla="*/ 2513726 w 6446999"/>
              <a:gd name="connsiteY8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446999" h="6858000">
                <a:moveTo>
                  <a:pt x="2513726" y="0"/>
                </a:moveTo>
                <a:lnTo>
                  <a:pt x="4301949" y="0"/>
                </a:lnTo>
                <a:lnTo>
                  <a:pt x="6446999" y="1338386"/>
                </a:lnTo>
                <a:lnTo>
                  <a:pt x="6446999" y="5624376"/>
                </a:lnTo>
                <a:lnTo>
                  <a:pt x="4342124" y="6858000"/>
                </a:lnTo>
                <a:lnTo>
                  <a:pt x="2553921" y="6858000"/>
                </a:lnTo>
                <a:lnTo>
                  <a:pt x="661" y="5339864"/>
                </a:lnTo>
                <a:cubicBezTo>
                  <a:pt x="-1473" y="4048155"/>
                  <a:pt x="2433" y="2687753"/>
                  <a:pt x="299" y="1396044"/>
                </a:cubicBezTo>
                <a:lnTo>
                  <a:pt x="2513726" y="0"/>
                </a:lnTo>
                <a:close/>
              </a:path>
            </a:pathLst>
          </a:custGeom>
          <a:noFill/>
        </p:spPr>
        <p:txBody>
          <a:bodyPr wrap="square" rtlCol="0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ru-RU" dirty="0">
                <a:solidFill>
                  <a:schemeClr val="accent6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lang="ru-RU"/>
            </a:pPr>
            <a:r>
              <a:rPr lang="ru-RU"/>
              <a:t>Вставка рисунка</a:t>
            </a:r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1F6C45B-70BB-86F1-1866-F93BEC26ACF8}"/>
              </a:ext>
            </a:extLst>
          </p:cNvPr>
          <p:cNvSpPr>
            <a:spLocks noGrp="1"/>
          </p:cNvSpPr>
          <p:nvPr>
            <p:ph type="ftr" sz="quarter" idx="52"/>
          </p:nvPr>
        </p:nvSpPr>
        <p:spPr/>
        <p:txBody>
          <a:bodyPr rtlCol="0">
            <a:noAutofit/>
          </a:bodyPr>
          <a:lstStyle>
            <a:lvl1pPr>
              <a:defRPr lang="ru-RU">
                <a:solidFill>
                  <a:schemeClr val="accent6"/>
                </a:solidFill>
              </a:defRPr>
            </a:lvl1pPr>
          </a:lstStyle>
          <a:p>
            <a:pPr rtl="0"/>
            <a:r>
              <a:rPr lang="ru-RU"/>
              <a:t>Заголовок презентации</a:t>
            </a:r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870044D-485D-043B-9D5B-C01AA8E06447}"/>
              </a:ext>
            </a:extLst>
          </p:cNvPr>
          <p:cNvSpPr>
            <a:spLocks noGrp="1"/>
          </p:cNvSpPr>
          <p:nvPr>
            <p:ph type="sldNum" sz="quarter" idx="53"/>
          </p:nvPr>
        </p:nvSpPr>
        <p:spPr/>
        <p:txBody>
          <a:bodyPr rtlCol="0">
            <a:noAutofit/>
          </a:bodyPr>
          <a:lstStyle>
            <a:lvl1pPr>
              <a:defRPr lang="ru-RU">
                <a:solidFill>
                  <a:schemeClr val="accent6"/>
                </a:solidFill>
              </a:defRPr>
            </a:lvl1pPr>
          </a:lstStyle>
          <a:p>
            <a:pPr rtl="0"/>
            <a:fld id="{47FEACEE-25B4-4A2D-B147-27296E36371D}" type="slidenum">
              <a:rPr lang="ru-RU" altLang="zh-CN" smtClean="0"/>
              <a:pPr/>
              <a:t>‹#›</a:t>
            </a:fld>
            <a:endParaRPr lang="ru-RU" altLang="zh-CN" dirty="0"/>
          </a:p>
        </p:txBody>
      </p:sp>
    </p:spTree>
    <p:extLst>
      <p:ext uri="{BB962C8B-B14F-4D97-AF65-F5344CB8AC3E}">
        <p14:creationId xmlns:p14="http://schemas.microsoft.com/office/powerpoint/2010/main" val="6705804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4">
            <a:extLst>
              <a:ext uri="{FF2B5EF4-FFF2-40B4-BE49-F238E27FC236}">
                <a16:creationId xmlns:a16="http://schemas.microsoft.com/office/drawing/2014/main" id="{F73BF8E3-2426-5D65-6582-D4B03C765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0510" y="2016579"/>
            <a:ext cx="4441188" cy="277585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lang="ru-RU">
                <a:solidFill>
                  <a:schemeClr val="accent6"/>
                </a:solidFill>
              </a:defRPr>
            </a:lvl1pPr>
          </a:lstStyle>
          <a:p>
            <a:pPr rtl="0"/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18" name="Шестиугольник 17">
            <a:extLst>
              <a:ext uri="{FF2B5EF4-FFF2-40B4-BE49-F238E27FC236}">
                <a16:creationId xmlns:a16="http://schemas.microsoft.com/office/drawing/2014/main" id="{ADF8D8A3-175E-9A50-A98B-3766DAAB5EE2}"/>
              </a:ext>
            </a:extLst>
          </p:cNvPr>
          <p:cNvSpPr/>
          <p:nvPr userDrawn="1"/>
        </p:nvSpPr>
        <p:spPr>
          <a:xfrm rot="5400000">
            <a:off x="1308232" y="2004972"/>
            <a:ext cx="3593592" cy="2880360"/>
          </a:xfrm>
          <a:prstGeom prst="hexagon">
            <a:avLst>
              <a:gd name="adj" fmla="val 31211"/>
              <a:gd name="vf" fmla="val 11547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dirty="0">
              <a:solidFill>
                <a:schemeClr val="accent6"/>
              </a:solidFill>
            </a:endParaRPr>
          </a:p>
        </p:txBody>
      </p:sp>
      <p:sp>
        <p:nvSpPr>
          <p:cNvPr id="11" name="Текст 47" descr="Щелкните значок, чтобы добавить фото">
            <a:extLst>
              <a:ext uri="{FF2B5EF4-FFF2-40B4-BE49-F238E27FC236}">
                <a16:creationId xmlns:a16="http://schemas.microsoft.com/office/drawing/2014/main" id="{B264F104-ED4D-9A7F-E598-295893E05B7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319235" y="2911781"/>
            <a:ext cx="1570612" cy="1070829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lnSpc>
                <a:spcPct val="113000"/>
              </a:lnSpc>
              <a:buNone/>
              <a:defRPr lang="ru-RU" sz="1800" b="1" cap="all" baseline="0">
                <a:solidFill>
                  <a:schemeClr val="accent6"/>
                </a:solidFill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/>
              <a:t>Образец заголовка </a:t>
            </a:r>
          </a:p>
        </p:txBody>
      </p:sp>
      <p:sp>
        <p:nvSpPr>
          <p:cNvPr id="17" name="Рисунок 16">
            <a:extLst>
              <a:ext uri="{FF2B5EF4-FFF2-40B4-BE49-F238E27FC236}">
                <a16:creationId xmlns:a16="http://schemas.microsoft.com/office/drawing/2014/main" id="{7A084A88-6A62-9495-6CFE-1127D5CAAAB2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581710" y="555648"/>
            <a:ext cx="5045662" cy="5783096"/>
          </a:xfrm>
          <a:custGeom>
            <a:avLst/>
            <a:gdLst>
              <a:gd name="connsiteX0" fmla="*/ 2523318 w 5045662"/>
              <a:gd name="connsiteY0" fmla="*/ 1092708 h 5783096"/>
              <a:gd name="connsiteX1" fmla="*/ 1083139 w 5045662"/>
              <a:gd name="connsiteY1" fmla="*/ 1991697 h 5783096"/>
              <a:gd name="connsiteX2" fmla="*/ 1083139 w 5045662"/>
              <a:gd name="connsiteY2" fmla="*/ 3787311 h 5783096"/>
              <a:gd name="connsiteX3" fmla="*/ 2523318 w 5045662"/>
              <a:gd name="connsiteY3" fmla="*/ 4686300 h 5783096"/>
              <a:gd name="connsiteX4" fmla="*/ 3963497 w 5045662"/>
              <a:gd name="connsiteY4" fmla="*/ 3787311 h 5783096"/>
              <a:gd name="connsiteX5" fmla="*/ 3963497 w 5045662"/>
              <a:gd name="connsiteY5" fmla="*/ 1991697 h 5783096"/>
              <a:gd name="connsiteX6" fmla="*/ 2470122 w 5045662"/>
              <a:gd name="connsiteY6" fmla="*/ 0 h 5783096"/>
              <a:gd name="connsiteX7" fmla="*/ 5037208 w 5045662"/>
              <a:gd name="connsiteY7" fmla="*/ 1458369 h 5783096"/>
              <a:gd name="connsiteX8" fmla="*/ 5045662 w 5045662"/>
              <a:gd name="connsiteY8" fmla="*/ 4339769 h 5783096"/>
              <a:gd name="connsiteX9" fmla="*/ 2561576 w 5045662"/>
              <a:gd name="connsiteY9" fmla="*/ 5783096 h 5783096"/>
              <a:gd name="connsiteX10" fmla="*/ 24164 w 5045662"/>
              <a:gd name="connsiteY10" fmla="*/ 4354881 h 5783096"/>
              <a:gd name="connsiteX11" fmla="*/ 0 w 5045662"/>
              <a:gd name="connsiteY11" fmla="*/ 1453765 h 5783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045662" h="5783096">
                <a:moveTo>
                  <a:pt x="2523318" y="1092708"/>
                </a:moveTo>
                <a:lnTo>
                  <a:pt x="1083139" y="1991697"/>
                </a:lnTo>
                <a:lnTo>
                  <a:pt x="1083139" y="3787311"/>
                </a:lnTo>
                <a:lnTo>
                  <a:pt x="2523318" y="4686300"/>
                </a:lnTo>
                <a:lnTo>
                  <a:pt x="3963497" y="3787311"/>
                </a:lnTo>
                <a:lnTo>
                  <a:pt x="3963497" y="1991697"/>
                </a:lnTo>
                <a:close/>
                <a:moveTo>
                  <a:pt x="2470122" y="0"/>
                </a:moveTo>
                <a:lnTo>
                  <a:pt x="5037208" y="1458369"/>
                </a:lnTo>
                <a:cubicBezTo>
                  <a:pt x="5040026" y="2418836"/>
                  <a:pt x="5042844" y="3379302"/>
                  <a:pt x="5045662" y="4339769"/>
                </a:cubicBezTo>
                <a:lnTo>
                  <a:pt x="2561576" y="5783096"/>
                </a:lnTo>
                <a:lnTo>
                  <a:pt x="24164" y="4354881"/>
                </a:lnTo>
                <a:lnTo>
                  <a:pt x="0" y="1453765"/>
                </a:lnTo>
                <a:close/>
              </a:path>
            </a:pathLst>
          </a:custGeom>
        </p:spPr>
        <p:txBody>
          <a:bodyPr wrap="square" tIns="457200" rtlCol="0">
            <a:noAutofit/>
          </a:bodyPr>
          <a:lstStyle>
            <a:lvl1pPr marL="0" indent="0" algn="ctr">
              <a:buNone/>
              <a:defRPr lang="ru-RU">
                <a:solidFill>
                  <a:schemeClr val="accent6"/>
                </a:solidFill>
              </a:defRPr>
            </a:lvl1pPr>
          </a:lstStyle>
          <a:p>
            <a:pPr rtl="0"/>
            <a:r>
              <a:rPr lang="ru-RU"/>
              <a:t>Вставка рисунка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067691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42BC57-1D8D-9F59-24F9-1E82322799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829" y="507076"/>
            <a:ext cx="10515600" cy="1115434"/>
          </a:xfrm>
        </p:spPr>
        <p:txBody>
          <a:bodyPr rtlCol="0"/>
          <a:lstStyle>
            <a:lvl1pPr>
              <a:defRPr lang="ru-RU">
                <a:solidFill>
                  <a:schemeClr val="accent6"/>
                </a:solidFill>
              </a:defRPr>
            </a:lvl1pPr>
          </a:lstStyle>
          <a:p>
            <a:pPr rtl="0"/>
            <a:r>
              <a:rPr lang="ru-RU"/>
              <a:t>Образец заголовка</a:t>
            </a:r>
          </a:p>
        </p:txBody>
      </p:sp>
      <p:sp>
        <p:nvSpPr>
          <p:cNvPr id="11" name="Контент 47">
            <a:extLst>
              <a:ext uri="{FF2B5EF4-FFF2-40B4-BE49-F238E27FC236}">
                <a16:creationId xmlns:a16="http://schemas.microsoft.com/office/drawing/2014/main" id="{561744A6-D3EA-42C3-8E71-3BB8BA1E6149}"/>
              </a:ext>
            </a:extLst>
          </p:cNvPr>
          <p:cNvSpPr>
            <a:spLocks noGrp="1"/>
          </p:cNvSpPr>
          <p:nvPr>
            <p:ph type="chart" sz="quarter" idx="27" hasCustomPrompt="1"/>
          </p:nvPr>
        </p:nvSpPr>
        <p:spPr>
          <a:xfrm>
            <a:off x="587829" y="1622510"/>
            <a:ext cx="10889796" cy="4155757"/>
          </a:xfrm>
          <a:prstGeom prst="rect">
            <a:avLst/>
          </a:prstGeom>
        </p:spPr>
        <p:txBody>
          <a:bodyPr rtlCol="0"/>
          <a:lstStyle>
            <a:lvl1pPr>
              <a:defRPr lang="ru-RU">
                <a:solidFill>
                  <a:schemeClr val="accent6"/>
                </a:solidFill>
              </a:defRPr>
            </a:lvl1pPr>
          </a:lstStyle>
          <a:p>
            <a:pPr rtl="0"/>
            <a:r>
              <a:rPr lang="ru-RU"/>
              <a:t>Щелкните, чтобы изменить стиль образца текста</a:t>
            </a:r>
            <a:endParaRPr lang="ru-RU" altLang="en-US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D1C82179-6F61-D1EC-D800-74B748B37F0E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 rtlCol="0"/>
          <a:lstStyle>
            <a:lvl1pPr>
              <a:defRPr lang="ru-RU">
                <a:solidFill>
                  <a:schemeClr val="accent6"/>
                </a:solidFill>
              </a:defRPr>
            </a:lvl1pPr>
          </a:lstStyle>
          <a:p>
            <a:pPr rtl="0"/>
            <a:r>
              <a:rPr lang="ru-RU"/>
              <a:t>Заголовок презентации</a:t>
            </a:r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8803A51-0211-9F66-D20B-444BC94AA39E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 rtlCol="0"/>
          <a:lstStyle>
            <a:lvl1pPr>
              <a:defRPr lang="ru-RU">
                <a:solidFill>
                  <a:schemeClr val="accent6"/>
                </a:solidFill>
              </a:defRPr>
            </a:lvl1pPr>
          </a:lstStyle>
          <a:p>
            <a:pPr rtl="0"/>
            <a:fld id="{47FEACEE-25B4-4A2D-B147-27296E36371D}" type="slidenum">
              <a:rPr lang="ru-RU" altLang="zh-CN" smtClean="0"/>
              <a:pPr/>
              <a:t>‹#›</a:t>
            </a:fld>
            <a:endParaRPr lang="ru-RU" altLang="zh-CN" dirty="0"/>
          </a:p>
        </p:txBody>
      </p:sp>
    </p:spTree>
    <p:extLst>
      <p:ext uri="{BB962C8B-B14F-4D97-AF65-F5344CB8AC3E}">
        <p14:creationId xmlns:p14="http://schemas.microsoft.com/office/powerpoint/2010/main" val="3184968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контент с оформление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олилиния: Фигура 5">
            <a:extLst>
              <a:ext uri="{FF2B5EF4-FFF2-40B4-BE49-F238E27FC236}">
                <a16:creationId xmlns:a16="http://schemas.microsoft.com/office/drawing/2014/main" id="{3F619E6B-153E-B522-47EB-4104C405736C}"/>
              </a:ext>
            </a:extLst>
          </p:cNvPr>
          <p:cNvSpPr/>
          <p:nvPr userDrawn="1"/>
        </p:nvSpPr>
        <p:spPr>
          <a:xfrm>
            <a:off x="10551278" y="4665388"/>
            <a:ext cx="603952" cy="68174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dirty="0">
              <a:solidFill>
                <a:schemeClr val="accent6"/>
              </a:solidFill>
            </a:endParaRPr>
          </a:p>
        </p:txBody>
      </p:sp>
      <p:sp>
        <p:nvSpPr>
          <p:cNvPr id="12" name="Полилиния 11">
            <a:extLst>
              <a:ext uri="{FF2B5EF4-FFF2-40B4-BE49-F238E27FC236}">
                <a16:creationId xmlns:a16="http://schemas.microsoft.com/office/drawing/2014/main" id="{687A7B3D-E004-6D6A-5979-8F1BADBC9237}"/>
              </a:ext>
            </a:extLst>
          </p:cNvPr>
          <p:cNvSpPr/>
          <p:nvPr userDrawn="1"/>
        </p:nvSpPr>
        <p:spPr>
          <a:xfrm>
            <a:off x="10524774" y="5146146"/>
            <a:ext cx="1667226" cy="1711855"/>
          </a:xfrm>
          <a:custGeom>
            <a:avLst/>
            <a:gdLst>
              <a:gd name="connsiteX0" fmla="*/ 998834 w 1667226"/>
              <a:gd name="connsiteY0" fmla="*/ 0 h 1711855"/>
              <a:gd name="connsiteX1" fmla="*/ 1667226 w 1667226"/>
              <a:gd name="connsiteY1" fmla="*/ 373790 h 1711855"/>
              <a:gd name="connsiteX2" fmla="*/ 1667226 w 1667226"/>
              <a:gd name="connsiteY2" fmla="*/ 1711855 h 1711855"/>
              <a:gd name="connsiteX3" fmla="*/ 48502 w 1667226"/>
              <a:gd name="connsiteY3" fmla="*/ 1711855 h 1711855"/>
              <a:gd name="connsiteX4" fmla="*/ 0 w 1667226"/>
              <a:gd name="connsiteY4" fmla="*/ 1684915 h 1711855"/>
              <a:gd name="connsiteX5" fmla="*/ 0 w 1667226"/>
              <a:gd name="connsiteY5" fmla="*/ 564300 h 17118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67226" h="1711855">
                <a:moveTo>
                  <a:pt x="998834" y="0"/>
                </a:moveTo>
                <a:lnTo>
                  <a:pt x="1667226" y="373790"/>
                </a:lnTo>
                <a:lnTo>
                  <a:pt x="1667226" y="1711855"/>
                </a:lnTo>
                <a:lnTo>
                  <a:pt x="48502" y="1711855"/>
                </a:lnTo>
                <a:lnTo>
                  <a:pt x="0" y="1684915"/>
                </a:lnTo>
                <a:lnTo>
                  <a:pt x="0" y="564300"/>
                </a:lnTo>
                <a:close/>
              </a:path>
            </a:pathLst>
          </a:custGeom>
          <a:noFill/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dirty="0">
              <a:solidFill>
                <a:schemeClr val="accent6"/>
              </a:solidFill>
            </a:endParaRPr>
          </a:p>
        </p:txBody>
      </p:sp>
      <p:sp>
        <p:nvSpPr>
          <p:cNvPr id="13" name="Полилиния: Фигура 11">
            <a:extLst>
              <a:ext uri="{FF2B5EF4-FFF2-40B4-BE49-F238E27FC236}">
                <a16:creationId xmlns:a16="http://schemas.microsoft.com/office/drawing/2014/main" id="{A4CA3A93-BDBF-112D-54A0-05BF6B06BCC1}"/>
              </a:ext>
            </a:extLst>
          </p:cNvPr>
          <p:cNvSpPr/>
          <p:nvPr userDrawn="1"/>
        </p:nvSpPr>
        <p:spPr>
          <a:xfrm>
            <a:off x="10177285" y="5347130"/>
            <a:ext cx="748554" cy="85636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ru-RU"/>
            </a:pPr>
            <a:endParaRPr kumimoji="0" lang="ru-RU" sz="1800" b="1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728715E-D2CE-A33E-1A28-4E627F239BBE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 rtlCol="0">
            <a:noAutofit/>
          </a:bodyPr>
          <a:lstStyle>
            <a:lvl1pPr>
              <a:defRPr lang="ru-RU">
                <a:solidFill>
                  <a:schemeClr val="accent6"/>
                </a:solidFill>
              </a:defRPr>
            </a:lvl1pPr>
          </a:lstStyle>
          <a:p>
            <a:pPr rtl="0"/>
            <a:fld id="{47FEACEE-25B4-4A2D-B147-27296E36371D}" type="slidenum">
              <a:rPr lang="ru-RU" altLang="zh-CN" smtClean="0"/>
              <a:pPr/>
              <a:t>‹#›</a:t>
            </a:fld>
            <a:endParaRPr lang="ru-RU" altLang="zh-CN" dirty="0"/>
          </a:p>
        </p:txBody>
      </p:sp>
    </p:spTree>
    <p:extLst>
      <p:ext uri="{BB962C8B-B14F-4D97-AF65-F5344CB8AC3E}">
        <p14:creationId xmlns:p14="http://schemas.microsoft.com/office/powerpoint/2010/main" val="9792632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Заголовок и контент с оформление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олилиния: Фигура 5">
            <a:extLst>
              <a:ext uri="{FF2B5EF4-FFF2-40B4-BE49-F238E27FC236}">
                <a16:creationId xmlns:a16="http://schemas.microsoft.com/office/drawing/2014/main" id="{3F619E6B-153E-B522-47EB-4104C405736C}"/>
              </a:ext>
            </a:extLst>
          </p:cNvPr>
          <p:cNvSpPr/>
          <p:nvPr userDrawn="1"/>
        </p:nvSpPr>
        <p:spPr>
          <a:xfrm>
            <a:off x="10551278" y="4665388"/>
            <a:ext cx="603952" cy="68174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dirty="0">
              <a:solidFill>
                <a:schemeClr val="accent6"/>
              </a:solidFill>
            </a:endParaRPr>
          </a:p>
        </p:txBody>
      </p:sp>
      <p:sp>
        <p:nvSpPr>
          <p:cNvPr id="12" name="Полилиния 11">
            <a:extLst>
              <a:ext uri="{FF2B5EF4-FFF2-40B4-BE49-F238E27FC236}">
                <a16:creationId xmlns:a16="http://schemas.microsoft.com/office/drawing/2014/main" id="{687A7B3D-E004-6D6A-5979-8F1BADBC9237}"/>
              </a:ext>
            </a:extLst>
          </p:cNvPr>
          <p:cNvSpPr/>
          <p:nvPr userDrawn="1"/>
        </p:nvSpPr>
        <p:spPr>
          <a:xfrm>
            <a:off x="10524774" y="5146146"/>
            <a:ext cx="1667226" cy="1711855"/>
          </a:xfrm>
          <a:custGeom>
            <a:avLst/>
            <a:gdLst>
              <a:gd name="connsiteX0" fmla="*/ 998834 w 1667226"/>
              <a:gd name="connsiteY0" fmla="*/ 0 h 1711855"/>
              <a:gd name="connsiteX1" fmla="*/ 1667226 w 1667226"/>
              <a:gd name="connsiteY1" fmla="*/ 373790 h 1711855"/>
              <a:gd name="connsiteX2" fmla="*/ 1667226 w 1667226"/>
              <a:gd name="connsiteY2" fmla="*/ 1711855 h 1711855"/>
              <a:gd name="connsiteX3" fmla="*/ 48502 w 1667226"/>
              <a:gd name="connsiteY3" fmla="*/ 1711855 h 1711855"/>
              <a:gd name="connsiteX4" fmla="*/ 0 w 1667226"/>
              <a:gd name="connsiteY4" fmla="*/ 1684915 h 1711855"/>
              <a:gd name="connsiteX5" fmla="*/ 0 w 1667226"/>
              <a:gd name="connsiteY5" fmla="*/ 564300 h 17118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67226" h="1711855">
                <a:moveTo>
                  <a:pt x="998834" y="0"/>
                </a:moveTo>
                <a:lnTo>
                  <a:pt x="1667226" y="373790"/>
                </a:lnTo>
                <a:lnTo>
                  <a:pt x="1667226" y="1711855"/>
                </a:lnTo>
                <a:lnTo>
                  <a:pt x="48502" y="1711855"/>
                </a:lnTo>
                <a:lnTo>
                  <a:pt x="0" y="1684915"/>
                </a:lnTo>
                <a:lnTo>
                  <a:pt x="0" y="564300"/>
                </a:lnTo>
                <a:close/>
              </a:path>
            </a:pathLst>
          </a:custGeom>
          <a:noFill/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dirty="0">
              <a:solidFill>
                <a:schemeClr val="accent6"/>
              </a:solidFill>
            </a:endParaRPr>
          </a:p>
        </p:txBody>
      </p:sp>
      <p:sp>
        <p:nvSpPr>
          <p:cNvPr id="13" name="Полилиния: Фигура 11">
            <a:extLst>
              <a:ext uri="{FF2B5EF4-FFF2-40B4-BE49-F238E27FC236}">
                <a16:creationId xmlns:a16="http://schemas.microsoft.com/office/drawing/2014/main" id="{A4CA3A93-BDBF-112D-54A0-05BF6B06BCC1}"/>
              </a:ext>
            </a:extLst>
          </p:cNvPr>
          <p:cNvSpPr/>
          <p:nvPr userDrawn="1"/>
        </p:nvSpPr>
        <p:spPr>
          <a:xfrm>
            <a:off x="10177285" y="5347130"/>
            <a:ext cx="748554" cy="85636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ru-RU"/>
            </a:pPr>
            <a:endParaRPr kumimoji="0" lang="ru-RU" sz="1800" b="1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728715E-D2CE-A33E-1A28-4E627F239BBE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 rtlCol="0">
            <a:noAutofit/>
          </a:bodyPr>
          <a:lstStyle>
            <a:lvl1pPr>
              <a:defRPr lang="ru-RU">
                <a:solidFill>
                  <a:schemeClr val="accent6"/>
                </a:solidFill>
              </a:defRPr>
            </a:lvl1pPr>
          </a:lstStyle>
          <a:p>
            <a:pPr rtl="0"/>
            <a:fld id="{47FEACEE-25B4-4A2D-B147-27296E36371D}" type="slidenum">
              <a:rPr lang="ru-RU" altLang="zh-CN" smtClean="0"/>
              <a:pPr/>
              <a:t>‹#›</a:t>
            </a:fld>
            <a:endParaRPr lang="ru-RU" altLang="zh-CN" dirty="0"/>
          </a:p>
        </p:txBody>
      </p:sp>
    </p:spTree>
    <p:extLst>
      <p:ext uri="{BB962C8B-B14F-4D97-AF65-F5344CB8AC3E}">
        <p14:creationId xmlns:p14="http://schemas.microsoft.com/office/powerpoint/2010/main" val="32140454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E44C2B2-61F5-4B60-BAEA-C05F93EE62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3A4AC81-E09B-44A2-88F3-EC4A1C73305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47FEACEE-25B4-4A2D-B147-27296E36371D}" type="slidenum">
              <a:rPr lang="ru-RU" altLang="zh-CN" smtClean="0"/>
              <a:pPr/>
              <a:t>‹#›</a:t>
            </a:fld>
            <a:endParaRPr lang="ru-RU" altLang="zh-CN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D5C57ED-E889-453B-BDDE-AD3A0CFFF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ru-RU"/>
              <a:t>Название презентации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716793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Цитата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8BF58E95-E9E1-28E6-FB2F-DE80889223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9079" y="1856195"/>
            <a:ext cx="4518122" cy="1688906"/>
          </a:xfrm>
        </p:spPr>
        <p:txBody>
          <a:bodyPr rtlCol="0" anchor="b">
            <a:noAutofit/>
          </a:bodyPr>
          <a:lstStyle>
            <a:lvl1pPr>
              <a:defRPr lang="ru-RU" sz="27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0"/>
            <a:r>
              <a:rPr lang="ru-RU" dirty="0"/>
              <a:t>Щелкните, чтобы изменить стиль текста</a:t>
            </a:r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7964077E-956B-EA3A-700F-A833D82341FE}"/>
              </a:ext>
            </a:extLst>
          </p:cNvPr>
          <p:cNvSpPr>
            <a:spLocks noGrp="1"/>
          </p:cNvSpPr>
          <p:nvPr>
            <p:ph type="ftr" sz="quarter" idx="30"/>
          </p:nvPr>
        </p:nvSpPr>
        <p:spPr/>
        <p:txBody>
          <a:bodyPr rtlCol="0">
            <a:noAutofit/>
          </a:bodyPr>
          <a:lstStyle>
            <a:defPPr>
              <a:defRPr lang="ru-RU"/>
            </a:defPPr>
          </a:lstStyle>
          <a:p>
            <a:pPr rtl="0"/>
            <a:r>
              <a:rPr lang="ru-RU" noProof="0"/>
              <a:t>Название презентации</a:t>
            </a:r>
            <a:endParaRPr lang="ru-RU" noProof="0" dirty="0"/>
          </a:p>
        </p:txBody>
      </p:sp>
      <p:sp>
        <p:nvSpPr>
          <p:cNvPr id="10" name="Номер слайда 9">
            <a:extLst>
              <a:ext uri="{FF2B5EF4-FFF2-40B4-BE49-F238E27FC236}">
                <a16:creationId xmlns:a16="http://schemas.microsoft.com/office/drawing/2014/main" id="{8ED455D4-27F3-B6AD-2A20-7475F307E5E4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>
          <a:xfrm>
            <a:off x="11248776" y="6217920"/>
            <a:ext cx="458592" cy="365125"/>
          </a:xfrm>
        </p:spPr>
        <p:txBody>
          <a:bodyPr rtlCol="0">
            <a:noAutofit/>
          </a:bodyPr>
          <a:lstStyle>
            <a:defPPr>
              <a:defRPr lang="ru-RU"/>
            </a:defPPr>
            <a:lvl1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7FEACEE-25B4-4A2D-B147-27296E36371D}" type="slidenum">
              <a:rPr lang="ru-RU" altLang="zh-CN" smtClean="0"/>
              <a:pPr/>
              <a:t>‹#›</a:t>
            </a:fld>
            <a:endParaRPr lang="ru-RU" altLang="zh-CN" dirty="0"/>
          </a:p>
        </p:txBody>
      </p:sp>
      <p:sp>
        <p:nvSpPr>
          <p:cNvPr id="12" name="Заголовок 6">
            <a:extLst>
              <a:ext uri="{FF2B5EF4-FFF2-40B4-BE49-F238E27FC236}">
                <a16:creationId xmlns:a16="http://schemas.microsoft.com/office/drawing/2014/main" id="{9E9B7481-54E1-417B-A19D-DF19C216D63A}"/>
              </a:ext>
            </a:extLst>
          </p:cNvPr>
          <p:cNvSpPr txBox="1">
            <a:spLocks/>
          </p:cNvSpPr>
          <p:nvPr userDrawn="1"/>
        </p:nvSpPr>
        <p:spPr>
          <a:xfrm>
            <a:off x="0" y="0"/>
            <a:ext cx="12192000" cy="76028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defPPr>
              <a:defRPr lang="ru-RU"/>
            </a:defPPr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ru-RU" sz="4400" b="1" kern="120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666425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участника команд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Заголовок 4">
            <a:extLst>
              <a:ext uri="{FF2B5EF4-FFF2-40B4-BE49-F238E27FC236}">
                <a16:creationId xmlns:a16="http://schemas.microsoft.com/office/drawing/2014/main" id="{DCA6F28B-ACF1-D3CB-8968-4F64BEA02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ru-RU">
                <a:solidFill>
                  <a:schemeClr val="accent6"/>
                </a:solidFill>
              </a:defRPr>
            </a:lvl1pPr>
          </a:lstStyle>
          <a:p>
            <a:pPr rtl="0"/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60" name="Контент 47">
            <a:extLst>
              <a:ext uri="{FF2B5EF4-FFF2-40B4-BE49-F238E27FC236}">
                <a16:creationId xmlns:a16="http://schemas.microsoft.com/office/drawing/2014/main" id="{E2F72F6F-0172-47B0-8D9E-0EED383332E2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1114798" y="2560353"/>
            <a:ext cx="2368061" cy="2102177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rtlCol="0" anchor="ctr">
            <a:noAutofit/>
          </a:bodyPr>
          <a:lstStyle>
            <a:lvl1pPr marL="0" indent="0" algn="l">
              <a:buFontTx/>
              <a:buNone/>
              <a:defRPr lang="ru-RU" sz="1050">
                <a:solidFill>
                  <a:schemeClr val="accent6"/>
                </a:solidFill>
              </a:defRPr>
            </a:lvl1pPr>
          </a:lstStyle>
          <a:p>
            <a:pPr rtl="0"/>
            <a:r>
              <a:rPr lang="ru-RU"/>
              <a:t>Вставка рисунка</a:t>
            </a:r>
            <a:endParaRPr lang="ru-RU" altLang="zh-CN" dirty="0"/>
          </a:p>
        </p:txBody>
      </p:sp>
      <p:sp>
        <p:nvSpPr>
          <p:cNvPr id="52" name="Контент 47" descr="Щелкните значок, чтобы добавить фото">
            <a:extLst>
              <a:ext uri="{FF2B5EF4-FFF2-40B4-BE49-F238E27FC236}">
                <a16:creationId xmlns:a16="http://schemas.microsoft.com/office/drawing/2014/main" id="{2369DDD8-CFC2-4980-A0DB-411AA173B47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214003" y="4764289"/>
            <a:ext cx="2098039" cy="506399"/>
          </a:xfrm>
          <a:prstGeom prst="rect">
            <a:avLst/>
          </a:prstGeom>
        </p:spPr>
        <p:txBody>
          <a:bodyPr rtlCol="0"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lang="ru-RU" sz="1800" b="1" i="0">
                <a:solidFill>
                  <a:schemeClr val="accent6"/>
                </a:solidFill>
                <a:latin typeface="+mn-lt"/>
                <a:ea typeface="+mj-ea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/>
              <a:t>Образец заголовка </a:t>
            </a:r>
          </a:p>
        </p:txBody>
      </p:sp>
      <p:sp>
        <p:nvSpPr>
          <p:cNvPr id="53" name="Контент 47">
            <a:extLst>
              <a:ext uri="{FF2B5EF4-FFF2-40B4-BE49-F238E27FC236}">
                <a16:creationId xmlns:a16="http://schemas.microsoft.com/office/drawing/2014/main" id="{B66AC261-5929-40D2-A646-8F16675DE38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214003" y="5295180"/>
            <a:ext cx="2098038" cy="506399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lang="ru-RU" sz="1400" b="0">
                <a:solidFill>
                  <a:schemeClr val="accent6"/>
                </a:solidFill>
                <a:latin typeface="+mn-lt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/>
              <a:t>Щелкните, чтобы изменить стили текста образца слайда </a:t>
            </a:r>
          </a:p>
        </p:txBody>
      </p:sp>
      <p:sp>
        <p:nvSpPr>
          <p:cNvPr id="61" name="Контент 47">
            <a:extLst>
              <a:ext uri="{FF2B5EF4-FFF2-40B4-BE49-F238E27FC236}">
                <a16:creationId xmlns:a16="http://schemas.microsoft.com/office/drawing/2014/main" id="{B33A9FB2-1610-4389-B352-D99255F77BEC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>
          <a:xfrm>
            <a:off x="3623536" y="1840730"/>
            <a:ext cx="2368061" cy="2102177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rtlCol="0" anchor="ctr">
            <a:noAutofit/>
          </a:bodyPr>
          <a:lstStyle>
            <a:lvl1pPr marL="0" indent="0" algn="l">
              <a:buFontTx/>
              <a:buNone/>
              <a:defRPr lang="ru-RU" sz="1050">
                <a:solidFill>
                  <a:schemeClr val="accent6"/>
                </a:solidFill>
              </a:defRPr>
            </a:lvl1pPr>
          </a:lstStyle>
          <a:p>
            <a:pPr rtl="0"/>
            <a:r>
              <a:rPr lang="ru-RU"/>
              <a:t>Вставка рисунка</a:t>
            </a:r>
            <a:endParaRPr lang="ru-RU" altLang="zh-CN" dirty="0"/>
          </a:p>
        </p:txBody>
      </p:sp>
      <p:sp>
        <p:nvSpPr>
          <p:cNvPr id="21" name="Контент 47" descr="Щелкните значок, чтобы добавить фото">
            <a:extLst>
              <a:ext uri="{FF2B5EF4-FFF2-40B4-BE49-F238E27FC236}">
                <a16:creationId xmlns:a16="http://schemas.microsoft.com/office/drawing/2014/main" id="{DEE851A8-3FB7-B319-A053-BE08A45763C5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3720440" y="4045832"/>
            <a:ext cx="2098039" cy="506399"/>
          </a:xfrm>
          <a:prstGeom prst="rect">
            <a:avLst/>
          </a:prstGeom>
        </p:spPr>
        <p:txBody>
          <a:bodyPr rtlCol="0"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lang="ru-RU" sz="1800" b="1" i="0">
                <a:solidFill>
                  <a:schemeClr val="accent6"/>
                </a:solidFill>
                <a:latin typeface="+mn-lt"/>
                <a:ea typeface="+mj-ea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/>
              <a:t>Образец заголовка </a:t>
            </a:r>
          </a:p>
        </p:txBody>
      </p:sp>
      <p:sp>
        <p:nvSpPr>
          <p:cNvPr id="22" name="Контент 47">
            <a:extLst>
              <a:ext uri="{FF2B5EF4-FFF2-40B4-BE49-F238E27FC236}">
                <a16:creationId xmlns:a16="http://schemas.microsoft.com/office/drawing/2014/main" id="{5743B59B-3EAA-B249-07CE-9C9C5B0B6AB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3720440" y="4576723"/>
            <a:ext cx="2098038" cy="506399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lang="ru-RU" sz="1400" b="0">
                <a:solidFill>
                  <a:schemeClr val="accent6"/>
                </a:solidFill>
                <a:latin typeface="+mn-lt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/>
              <a:t>Щелкните, чтобы изменить стили текста образца слайда </a:t>
            </a:r>
          </a:p>
        </p:txBody>
      </p:sp>
      <p:sp>
        <p:nvSpPr>
          <p:cNvPr id="62" name="Контент 47">
            <a:extLst>
              <a:ext uri="{FF2B5EF4-FFF2-40B4-BE49-F238E27FC236}">
                <a16:creationId xmlns:a16="http://schemas.microsoft.com/office/drawing/2014/main" id="{0AC60B87-71AC-4AA8-9AE7-B3B427BACB12}"/>
              </a:ext>
            </a:extLst>
          </p:cNvPr>
          <p:cNvSpPr>
            <a:spLocks noGrp="1"/>
          </p:cNvSpPr>
          <p:nvPr>
            <p:ph type="pic" sz="quarter" idx="50"/>
          </p:nvPr>
        </p:nvSpPr>
        <p:spPr>
          <a:xfrm>
            <a:off x="6113401" y="2560353"/>
            <a:ext cx="2368061" cy="2102177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rtlCol="0" anchor="ctr">
            <a:noAutofit/>
          </a:bodyPr>
          <a:lstStyle>
            <a:lvl1pPr marL="0" indent="0" algn="l">
              <a:buFontTx/>
              <a:buNone/>
              <a:defRPr lang="ru-RU" sz="1050">
                <a:solidFill>
                  <a:schemeClr val="accent6"/>
                </a:solidFill>
              </a:defRPr>
            </a:lvl1pPr>
          </a:lstStyle>
          <a:p>
            <a:pPr rtl="0"/>
            <a:r>
              <a:rPr lang="ru-RU"/>
              <a:t>Вставка рисунка</a:t>
            </a:r>
            <a:endParaRPr lang="ru-RU" altLang="zh-CN" dirty="0"/>
          </a:p>
        </p:txBody>
      </p:sp>
      <p:sp>
        <p:nvSpPr>
          <p:cNvPr id="19" name="Контент 47" descr="Щелкните значок, чтобы добавить фото">
            <a:extLst>
              <a:ext uri="{FF2B5EF4-FFF2-40B4-BE49-F238E27FC236}">
                <a16:creationId xmlns:a16="http://schemas.microsoft.com/office/drawing/2014/main" id="{110FBA5D-2CEB-4D44-16CA-0F24099B1401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218710" y="4764289"/>
            <a:ext cx="2098039" cy="506399"/>
          </a:xfrm>
          <a:prstGeom prst="rect">
            <a:avLst/>
          </a:prstGeom>
        </p:spPr>
        <p:txBody>
          <a:bodyPr rtlCol="0"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lang="ru-RU" sz="1800" b="1" i="0">
                <a:solidFill>
                  <a:schemeClr val="accent6"/>
                </a:solidFill>
                <a:latin typeface="+mn-lt"/>
                <a:ea typeface="+mj-ea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/>
              <a:t>Образец заголовка </a:t>
            </a:r>
          </a:p>
        </p:txBody>
      </p:sp>
      <p:sp>
        <p:nvSpPr>
          <p:cNvPr id="20" name="Контент 47">
            <a:extLst>
              <a:ext uri="{FF2B5EF4-FFF2-40B4-BE49-F238E27FC236}">
                <a16:creationId xmlns:a16="http://schemas.microsoft.com/office/drawing/2014/main" id="{2108E774-D145-FA07-58F1-7DB37A30A59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218710" y="5295180"/>
            <a:ext cx="2098038" cy="506399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lang="ru-RU" sz="1400" b="0">
                <a:solidFill>
                  <a:schemeClr val="accent6"/>
                </a:solidFill>
                <a:latin typeface="+mn-lt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/>
              <a:t>Щелкните, чтобы изменить стили текста образца слайда </a:t>
            </a:r>
          </a:p>
        </p:txBody>
      </p:sp>
      <p:sp>
        <p:nvSpPr>
          <p:cNvPr id="63" name="Контент 47">
            <a:extLst>
              <a:ext uri="{FF2B5EF4-FFF2-40B4-BE49-F238E27FC236}">
                <a16:creationId xmlns:a16="http://schemas.microsoft.com/office/drawing/2014/main" id="{05B25D7D-82BA-4FF5-9C92-4AD181847515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8500328" y="1836331"/>
            <a:ext cx="2368061" cy="2102177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rtlCol="0" anchor="ctr">
            <a:noAutofit/>
          </a:bodyPr>
          <a:lstStyle>
            <a:lvl1pPr marL="0" indent="0" algn="l">
              <a:buFontTx/>
              <a:buNone/>
              <a:defRPr lang="ru-RU" sz="1050">
                <a:solidFill>
                  <a:schemeClr val="accent6"/>
                </a:solidFill>
              </a:defRPr>
            </a:lvl1pPr>
          </a:lstStyle>
          <a:p>
            <a:pPr rtl="0"/>
            <a:r>
              <a:rPr lang="ru-RU"/>
              <a:t>Вставка рисунка</a:t>
            </a:r>
            <a:endParaRPr lang="ru-RU" altLang="zh-CN" dirty="0"/>
          </a:p>
        </p:txBody>
      </p:sp>
      <p:sp>
        <p:nvSpPr>
          <p:cNvPr id="25" name="Контент 47" descr="Щелкните значок, чтобы добавить фото">
            <a:extLst>
              <a:ext uri="{FF2B5EF4-FFF2-40B4-BE49-F238E27FC236}">
                <a16:creationId xmlns:a16="http://schemas.microsoft.com/office/drawing/2014/main" id="{A9C2624B-E6E6-C673-E8FF-F4BF909C3AC2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635340" y="4045832"/>
            <a:ext cx="2098039" cy="506399"/>
          </a:xfrm>
          <a:prstGeom prst="rect">
            <a:avLst/>
          </a:prstGeom>
        </p:spPr>
        <p:txBody>
          <a:bodyPr rtlCol="0"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lang="ru-RU" sz="1800" b="1" i="0">
                <a:solidFill>
                  <a:schemeClr val="accent6"/>
                </a:solidFill>
                <a:latin typeface="+mn-lt"/>
                <a:ea typeface="+mj-ea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/>
              <a:t>Образец заголовка </a:t>
            </a:r>
          </a:p>
        </p:txBody>
      </p:sp>
      <p:sp>
        <p:nvSpPr>
          <p:cNvPr id="26" name="Контент 47">
            <a:extLst>
              <a:ext uri="{FF2B5EF4-FFF2-40B4-BE49-F238E27FC236}">
                <a16:creationId xmlns:a16="http://schemas.microsoft.com/office/drawing/2014/main" id="{A003837A-CCD7-3699-D86F-CB884CA4C675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8635340" y="4576723"/>
            <a:ext cx="2098038" cy="506399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lang="ru-RU" sz="1400" b="0">
                <a:solidFill>
                  <a:schemeClr val="accent6"/>
                </a:solidFill>
                <a:latin typeface="+mn-lt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/>
              <a:t>Щелкните, чтобы изменить стили текста образца слайда </a:t>
            </a:r>
          </a:p>
        </p:txBody>
      </p:sp>
      <p:sp>
        <p:nvSpPr>
          <p:cNvPr id="2" name="Нижний колонтитул 1">
            <a:extLst>
              <a:ext uri="{FF2B5EF4-FFF2-40B4-BE49-F238E27FC236}">
                <a16:creationId xmlns:a16="http://schemas.microsoft.com/office/drawing/2014/main" id="{89028585-56FF-7B3D-783D-D06964F7C099}"/>
              </a:ext>
            </a:extLst>
          </p:cNvPr>
          <p:cNvSpPr>
            <a:spLocks noGrp="1"/>
          </p:cNvSpPr>
          <p:nvPr>
            <p:ph type="ftr" sz="quarter" idx="58"/>
          </p:nvPr>
        </p:nvSpPr>
        <p:spPr/>
        <p:txBody>
          <a:bodyPr rtlCol="0">
            <a:noAutofit/>
          </a:bodyPr>
          <a:lstStyle>
            <a:lvl1pPr>
              <a:defRPr lang="ru-RU">
                <a:solidFill>
                  <a:schemeClr val="accent6"/>
                </a:solidFill>
              </a:defRPr>
            </a:lvl1pPr>
          </a:lstStyle>
          <a:p>
            <a:pPr rtl="0"/>
            <a:r>
              <a:rPr lang="ru-RU"/>
              <a:t>Название презентации</a:t>
            </a:r>
            <a:endParaRPr lang="ru-RU" dirty="0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D090978-DDC9-0FA2-2CFD-733C8B854F3C}"/>
              </a:ext>
            </a:extLst>
          </p:cNvPr>
          <p:cNvSpPr>
            <a:spLocks noGrp="1"/>
          </p:cNvSpPr>
          <p:nvPr>
            <p:ph type="sldNum" sz="quarter" idx="59"/>
          </p:nvPr>
        </p:nvSpPr>
        <p:spPr/>
        <p:txBody>
          <a:bodyPr rtlCol="0">
            <a:noAutofit/>
          </a:bodyPr>
          <a:lstStyle>
            <a:lvl1pPr>
              <a:defRPr lang="ru-RU">
                <a:solidFill>
                  <a:schemeClr val="accent6"/>
                </a:solidFill>
              </a:defRPr>
            </a:lvl1pPr>
          </a:lstStyle>
          <a:p>
            <a:pPr rtl="0"/>
            <a:fld id="{47FEACEE-25B4-4A2D-B147-27296E36371D}" type="slidenum">
              <a:rPr lang="ru-RU" altLang="zh-CN" smtClean="0"/>
              <a:pPr/>
              <a:t>‹#›</a:t>
            </a:fld>
            <a:endParaRPr lang="ru-RU" altLang="zh-CN" dirty="0"/>
          </a:p>
        </p:txBody>
      </p:sp>
    </p:spTree>
    <p:extLst>
      <p:ext uri="{BB962C8B-B14F-4D97-AF65-F5344CB8AC3E}">
        <p14:creationId xmlns:p14="http://schemas.microsoft.com/office/powerpoint/2010/main" val="32520234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 участников команд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AB92FA2A-46BA-2A19-C3CE-EC6985867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574" y="2367293"/>
            <a:ext cx="3909993" cy="3629708"/>
          </a:xfrm>
        </p:spPr>
        <p:txBody>
          <a:bodyPr rtlCol="0" anchor="t">
            <a:noAutofit/>
          </a:bodyPr>
          <a:lstStyle>
            <a:lvl1pPr>
              <a:defRPr lang="ru-RU">
                <a:solidFill>
                  <a:schemeClr val="accent6"/>
                </a:solidFill>
              </a:defRPr>
            </a:lvl1pPr>
          </a:lstStyle>
          <a:p>
            <a:pPr rtl="0"/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8" name="Контент 47">
            <a:extLst>
              <a:ext uri="{FF2B5EF4-FFF2-40B4-BE49-F238E27FC236}">
                <a16:creationId xmlns:a16="http://schemas.microsoft.com/office/drawing/2014/main" id="{BF9EDF7D-3BB1-43C0-92BB-091CCC520477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4269796" y="436455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rtlCol="0" anchor="ctr">
            <a:noAutofit/>
          </a:bodyPr>
          <a:lstStyle>
            <a:lvl1pPr marL="0" indent="0" algn="ctr">
              <a:buNone/>
              <a:defRPr lang="ru-RU" sz="1000">
                <a:solidFill>
                  <a:schemeClr val="accent6"/>
                </a:solidFill>
              </a:defRPr>
            </a:lvl1pPr>
          </a:lstStyle>
          <a:p>
            <a:pPr rtl="0"/>
            <a:r>
              <a:rPr lang="ru-RU"/>
              <a:t>Вставка рисунка</a:t>
            </a:r>
            <a:endParaRPr lang="ru-RU" altLang="en-US"/>
          </a:p>
        </p:txBody>
      </p:sp>
      <p:sp>
        <p:nvSpPr>
          <p:cNvPr id="39" name="Контент 47" descr="Щелкните значок, чтобы добавить фото">
            <a:extLst>
              <a:ext uri="{FF2B5EF4-FFF2-40B4-BE49-F238E27FC236}">
                <a16:creationId xmlns:a16="http://schemas.microsoft.com/office/drawing/2014/main" id="{15896C2C-7C25-4BC0-AF9B-DF590A2909A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520210" y="522515"/>
            <a:ext cx="2289842" cy="626551"/>
          </a:xfrm>
          <a:prstGeom prst="rect">
            <a:avLst/>
          </a:prstGeom>
        </p:spPr>
        <p:txBody>
          <a:bodyPr rtlCol="0" anchor="b">
            <a:noAutofit/>
          </a:bodyPr>
          <a:lstStyle>
            <a:lvl1pPr marL="0" indent="0" algn="l">
              <a:lnSpc>
                <a:spcPct val="100000"/>
              </a:lnSpc>
              <a:buNone/>
              <a:defRPr lang="ru-RU"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/>
              <a:t>Образец заголовка </a:t>
            </a:r>
          </a:p>
        </p:txBody>
      </p:sp>
      <p:sp>
        <p:nvSpPr>
          <p:cNvPr id="40" name="Контент 47">
            <a:extLst>
              <a:ext uri="{FF2B5EF4-FFF2-40B4-BE49-F238E27FC236}">
                <a16:creationId xmlns:a16="http://schemas.microsoft.com/office/drawing/2014/main" id="{CAC554EF-FF8F-4055-A716-E82F461413B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520211" y="1165881"/>
            <a:ext cx="2289842" cy="506399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lang="ru-RU" sz="1400" b="0" i="0">
                <a:solidFill>
                  <a:schemeClr val="accent6"/>
                </a:solidFill>
                <a:latin typeface="+mn-lt"/>
                <a:cs typeface="Posterama" panose="020B0504020200020000" pitchFamily="34" charset="0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/>
              <a:t>Щелкните, чтобы изменить стили текста образца слайда </a:t>
            </a:r>
          </a:p>
        </p:txBody>
      </p:sp>
      <p:sp>
        <p:nvSpPr>
          <p:cNvPr id="56" name="Контент 47">
            <a:extLst>
              <a:ext uri="{FF2B5EF4-FFF2-40B4-BE49-F238E27FC236}">
                <a16:creationId xmlns:a16="http://schemas.microsoft.com/office/drawing/2014/main" id="{4F0742C0-A9F2-4886-B17E-6915399483C3}"/>
              </a:ext>
            </a:extLst>
          </p:cNvPr>
          <p:cNvSpPr>
            <a:spLocks noGrp="1"/>
          </p:cNvSpPr>
          <p:nvPr>
            <p:ph type="pic" sz="quarter" idx="72"/>
          </p:nvPr>
        </p:nvSpPr>
        <p:spPr>
          <a:xfrm>
            <a:off x="8059916" y="436455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rtlCol="0" anchor="ctr">
            <a:noAutofit/>
          </a:bodyPr>
          <a:lstStyle>
            <a:lvl1pPr marL="0" indent="0" algn="ctr">
              <a:buNone/>
              <a:defRPr lang="ru-RU" sz="1000">
                <a:solidFill>
                  <a:schemeClr val="accent6"/>
                </a:solidFill>
              </a:defRPr>
            </a:lvl1pPr>
          </a:lstStyle>
          <a:p>
            <a:pPr rtl="0"/>
            <a:r>
              <a:rPr lang="ru-RU"/>
              <a:t>Вставка рисунка</a:t>
            </a:r>
            <a:endParaRPr lang="ru-RU" altLang="en-US"/>
          </a:p>
        </p:txBody>
      </p:sp>
      <p:sp>
        <p:nvSpPr>
          <p:cNvPr id="41" name="Контент 47" descr="Щелкните значок, чтобы добавить фото">
            <a:extLst>
              <a:ext uri="{FF2B5EF4-FFF2-40B4-BE49-F238E27FC236}">
                <a16:creationId xmlns:a16="http://schemas.microsoft.com/office/drawing/2014/main" id="{CE3DC674-39AB-43B9-AC30-97A68D221596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9309889" y="642667"/>
            <a:ext cx="2098039" cy="506399"/>
          </a:xfrm>
          <a:prstGeom prst="rect">
            <a:avLst/>
          </a:prstGeom>
        </p:spPr>
        <p:txBody>
          <a:bodyPr rtlCol="0" anchor="b">
            <a:noAutofit/>
          </a:bodyPr>
          <a:lstStyle>
            <a:lvl1pPr marL="0" indent="0" algn="l">
              <a:lnSpc>
                <a:spcPct val="100000"/>
              </a:lnSpc>
              <a:buNone/>
              <a:defRPr lang="ru-RU"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/>
              <a:t>Образец заголовка </a:t>
            </a:r>
          </a:p>
        </p:txBody>
      </p:sp>
      <p:sp>
        <p:nvSpPr>
          <p:cNvPr id="42" name="Контент 47">
            <a:extLst>
              <a:ext uri="{FF2B5EF4-FFF2-40B4-BE49-F238E27FC236}">
                <a16:creationId xmlns:a16="http://schemas.microsoft.com/office/drawing/2014/main" id="{F12189CA-0E22-41A5-91FD-03761860993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9309891" y="1165881"/>
            <a:ext cx="2098038" cy="506399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l">
              <a:lnSpc>
                <a:spcPct val="100000"/>
              </a:lnSpc>
              <a:buNone/>
              <a:defRPr lang="ru-RU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/>
              <a:t>Щелкните, чтобы изменить стили текста образца слайда </a:t>
            </a:r>
          </a:p>
        </p:txBody>
      </p:sp>
      <p:sp>
        <p:nvSpPr>
          <p:cNvPr id="48" name="Контент 47">
            <a:extLst>
              <a:ext uri="{FF2B5EF4-FFF2-40B4-BE49-F238E27FC236}">
                <a16:creationId xmlns:a16="http://schemas.microsoft.com/office/drawing/2014/main" id="{A962C62E-F92F-445A-9243-8B433747A548}"/>
              </a:ext>
            </a:extLst>
          </p:cNvPr>
          <p:cNvSpPr>
            <a:spLocks noGrp="1"/>
          </p:cNvSpPr>
          <p:nvPr>
            <p:ph type="pic" sz="quarter" idx="69"/>
          </p:nvPr>
        </p:nvSpPr>
        <p:spPr>
          <a:xfrm>
            <a:off x="4269796" y="2004222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rtlCol="0" anchor="ctr">
            <a:noAutofit/>
          </a:bodyPr>
          <a:lstStyle>
            <a:lvl1pPr marL="0" indent="0" algn="ctr">
              <a:buNone/>
              <a:defRPr lang="ru-RU" sz="1000">
                <a:solidFill>
                  <a:schemeClr val="accent6"/>
                </a:solidFill>
              </a:defRPr>
            </a:lvl1pPr>
          </a:lstStyle>
          <a:p>
            <a:pPr rtl="0"/>
            <a:r>
              <a:rPr lang="ru-RU"/>
              <a:t>Вставка рисунка</a:t>
            </a:r>
            <a:endParaRPr lang="ru-RU" altLang="en-US"/>
          </a:p>
        </p:txBody>
      </p:sp>
      <p:sp>
        <p:nvSpPr>
          <p:cNvPr id="43" name="Контент 47" descr="Щелкните значок, чтобы добавить фото">
            <a:extLst>
              <a:ext uri="{FF2B5EF4-FFF2-40B4-BE49-F238E27FC236}">
                <a16:creationId xmlns:a16="http://schemas.microsoft.com/office/drawing/2014/main" id="{DE6F9463-BB2D-43FC-BE8F-21D3F9A2539C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5520210" y="2105171"/>
            <a:ext cx="2193021" cy="617418"/>
          </a:xfrm>
          <a:prstGeom prst="rect">
            <a:avLst/>
          </a:prstGeom>
        </p:spPr>
        <p:txBody>
          <a:bodyPr rtlCol="0" anchor="b">
            <a:noAutofit/>
          </a:bodyPr>
          <a:lstStyle>
            <a:lvl1pPr marL="0" indent="0" algn="l">
              <a:lnSpc>
                <a:spcPct val="100000"/>
              </a:lnSpc>
              <a:buNone/>
              <a:defRPr lang="ru-RU"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/>
              <a:t>Образец заголовка </a:t>
            </a:r>
          </a:p>
        </p:txBody>
      </p:sp>
      <p:sp>
        <p:nvSpPr>
          <p:cNvPr id="44" name="Контент 47">
            <a:extLst>
              <a:ext uri="{FF2B5EF4-FFF2-40B4-BE49-F238E27FC236}">
                <a16:creationId xmlns:a16="http://schemas.microsoft.com/office/drawing/2014/main" id="{7DF27694-08A2-4530-B763-5A9B9D4DC6E0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5520212" y="2739721"/>
            <a:ext cx="2193021" cy="506399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ru-RU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/>
              <a:t>Щелкните, чтобы изменить стили текста образца слайда </a:t>
            </a:r>
          </a:p>
        </p:txBody>
      </p:sp>
      <p:sp>
        <p:nvSpPr>
          <p:cNvPr id="61" name="Контент 47">
            <a:extLst>
              <a:ext uri="{FF2B5EF4-FFF2-40B4-BE49-F238E27FC236}">
                <a16:creationId xmlns:a16="http://schemas.microsoft.com/office/drawing/2014/main" id="{2EA753B3-D0BB-4484-85D1-E28345D99F4C}"/>
              </a:ext>
            </a:extLst>
          </p:cNvPr>
          <p:cNvSpPr>
            <a:spLocks noGrp="1"/>
          </p:cNvSpPr>
          <p:nvPr>
            <p:ph type="pic" sz="quarter" idx="73"/>
          </p:nvPr>
        </p:nvSpPr>
        <p:spPr>
          <a:xfrm>
            <a:off x="8059916" y="2004222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rtlCol="0" anchor="ctr">
            <a:noAutofit/>
          </a:bodyPr>
          <a:lstStyle>
            <a:lvl1pPr marL="0" indent="0" algn="ctr">
              <a:buNone/>
              <a:defRPr lang="ru-RU" sz="1000">
                <a:solidFill>
                  <a:schemeClr val="accent6"/>
                </a:solidFill>
              </a:defRPr>
            </a:lvl1pPr>
          </a:lstStyle>
          <a:p>
            <a:pPr rtl="0"/>
            <a:r>
              <a:rPr lang="ru-RU"/>
              <a:t>Вставка рисунка</a:t>
            </a:r>
            <a:endParaRPr lang="ru-RU" altLang="en-US" dirty="0"/>
          </a:p>
        </p:txBody>
      </p:sp>
      <p:sp>
        <p:nvSpPr>
          <p:cNvPr id="45" name="Контент 47" descr="Щелкните значок, чтобы добавить фото">
            <a:extLst>
              <a:ext uri="{FF2B5EF4-FFF2-40B4-BE49-F238E27FC236}">
                <a16:creationId xmlns:a16="http://schemas.microsoft.com/office/drawing/2014/main" id="{20398AA4-3D68-487D-BE7C-9F1D45E3F5FF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9309890" y="2032203"/>
            <a:ext cx="2098039" cy="701144"/>
          </a:xfrm>
          <a:prstGeom prst="rect">
            <a:avLst/>
          </a:prstGeom>
        </p:spPr>
        <p:txBody>
          <a:bodyPr rtlCol="0" anchor="b">
            <a:noAutofit/>
          </a:bodyPr>
          <a:lstStyle>
            <a:lvl1pPr marL="0" indent="0" algn="l">
              <a:lnSpc>
                <a:spcPct val="100000"/>
              </a:lnSpc>
              <a:buNone/>
              <a:defRPr lang="ru-RU"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/>
              <a:t>Образец заголовка </a:t>
            </a:r>
          </a:p>
        </p:txBody>
      </p:sp>
      <p:sp>
        <p:nvSpPr>
          <p:cNvPr id="46" name="Контент 47">
            <a:extLst>
              <a:ext uri="{FF2B5EF4-FFF2-40B4-BE49-F238E27FC236}">
                <a16:creationId xmlns:a16="http://schemas.microsoft.com/office/drawing/2014/main" id="{6B623D7A-5E96-42AB-9B1F-14E445503187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9309890" y="2746407"/>
            <a:ext cx="2098038" cy="506399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l">
              <a:lnSpc>
                <a:spcPct val="100000"/>
              </a:lnSpc>
              <a:buNone/>
              <a:defRPr lang="ru-RU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/>
              <a:t>Щелкните, чтобы изменить стили текста образца слайда </a:t>
            </a:r>
          </a:p>
        </p:txBody>
      </p:sp>
      <p:sp>
        <p:nvSpPr>
          <p:cNvPr id="49" name="Контент 47">
            <a:extLst>
              <a:ext uri="{FF2B5EF4-FFF2-40B4-BE49-F238E27FC236}">
                <a16:creationId xmlns:a16="http://schemas.microsoft.com/office/drawing/2014/main" id="{EAA5B0EA-1F3B-4D8B-9BB9-F9037A393705}"/>
              </a:ext>
            </a:extLst>
          </p:cNvPr>
          <p:cNvSpPr>
            <a:spLocks noGrp="1"/>
          </p:cNvSpPr>
          <p:nvPr>
            <p:ph type="pic" sz="quarter" idx="70"/>
          </p:nvPr>
        </p:nvSpPr>
        <p:spPr>
          <a:xfrm>
            <a:off x="4269796" y="3571991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rtlCol="0" anchor="ctr">
            <a:noAutofit/>
          </a:bodyPr>
          <a:lstStyle>
            <a:lvl1pPr marL="0" indent="0" algn="ctr">
              <a:buNone/>
              <a:defRPr lang="ru-RU" sz="1000">
                <a:solidFill>
                  <a:schemeClr val="accent6"/>
                </a:solidFill>
              </a:defRPr>
            </a:lvl1pPr>
          </a:lstStyle>
          <a:p>
            <a:pPr rtl="0"/>
            <a:r>
              <a:rPr lang="ru-RU"/>
              <a:t>Вставка рисунка</a:t>
            </a:r>
            <a:endParaRPr lang="ru-RU" altLang="en-US"/>
          </a:p>
        </p:txBody>
      </p:sp>
      <p:sp>
        <p:nvSpPr>
          <p:cNvPr id="47" name="Контент 47" descr="Щелкните значок, чтобы добавить фото">
            <a:extLst>
              <a:ext uri="{FF2B5EF4-FFF2-40B4-BE49-F238E27FC236}">
                <a16:creationId xmlns:a16="http://schemas.microsoft.com/office/drawing/2014/main" id="{2C93687D-1E42-4B01-9F16-9FA098CE1153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5520210" y="3775516"/>
            <a:ext cx="2098039" cy="506399"/>
          </a:xfrm>
          <a:prstGeom prst="rect">
            <a:avLst/>
          </a:prstGeom>
        </p:spPr>
        <p:txBody>
          <a:bodyPr rtlCol="0" anchor="b">
            <a:noAutofit/>
          </a:bodyPr>
          <a:lstStyle>
            <a:lvl1pPr marL="0" indent="0" algn="l">
              <a:lnSpc>
                <a:spcPct val="100000"/>
              </a:lnSpc>
              <a:buNone/>
              <a:defRPr lang="ru-RU"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/>
              <a:t>Образец заголовка </a:t>
            </a:r>
          </a:p>
        </p:txBody>
      </p:sp>
      <p:sp>
        <p:nvSpPr>
          <p:cNvPr id="50" name="Контент 47">
            <a:extLst>
              <a:ext uri="{FF2B5EF4-FFF2-40B4-BE49-F238E27FC236}">
                <a16:creationId xmlns:a16="http://schemas.microsoft.com/office/drawing/2014/main" id="{7AB91474-458B-45F7-9773-FA375C2CF7FD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5520211" y="4312077"/>
            <a:ext cx="2098038" cy="506399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l">
              <a:lnSpc>
                <a:spcPct val="100000"/>
              </a:lnSpc>
              <a:buNone/>
              <a:defRPr lang="ru-RU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/>
              <a:t>Щелкните, чтобы изменить стили текста образца слайда </a:t>
            </a:r>
          </a:p>
        </p:txBody>
      </p:sp>
      <p:sp>
        <p:nvSpPr>
          <p:cNvPr id="62" name="Контент 47">
            <a:extLst>
              <a:ext uri="{FF2B5EF4-FFF2-40B4-BE49-F238E27FC236}">
                <a16:creationId xmlns:a16="http://schemas.microsoft.com/office/drawing/2014/main" id="{52E587E7-A09A-4FB2-8774-8073E737F106}"/>
              </a:ext>
            </a:extLst>
          </p:cNvPr>
          <p:cNvSpPr>
            <a:spLocks noGrp="1"/>
          </p:cNvSpPr>
          <p:nvPr>
            <p:ph type="pic" sz="quarter" idx="74"/>
          </p:nvPr>
        </p:nvSpPr>
        <p:spPr>
          <a:xfrm>
            <a:off x="8059916" y="3571991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rtlCol="0" anchor="ctr">
            <a:noAutofit/>
          </a:bodyPr>
          <a:lstStyle>
            <a:lvl1pPr marL="0" indent="0" algn="ctr">
              <a:buNone/>
              <a:defRPr lang="ru-RU" sz="1000">
                <a:solidFill>
                  <a:schemeClr val="accent6"/>
                </a:solidFill>
              </a:defRPr>
            </a:lvl1pPr>
          </a:lstStyle>
          <a:p>
            <a:pPr rtl="0"/>
            <a:r>
              <a:rPr lang="ru-RU"/>
              <a:t>Вставка рисунка</a:t>
            </a:r>
            <a:endParaRPr lang="ru-RU" altLang="en-US"/>
          </a:p>
        </p:txBody>
      </p:sp>
      <p:sp>
        <p:nvSpPr>
          <p:cNvPr id="51" name="Контент 47" descr="Щелкните значок, чтобы добавить фото">
            <a:extLst>
              <a:ext uri="{FF2B5EF4-FFF2-40B4-BE49-F238E27FC236}">
                <a16:creationId xmlns:a16="http://schemas.microsoft.com/office/drawing/2014/main" id="{FBF01DC7-D684-4484-B2AA-B50F7B1A00DA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9309889" y="3775516"/>
            <a:ext cx="2098039" cy="506399"/>
          </a:xfrm>
          <a:prstGeom prst="rect">
            <a:avLst/>
          </a:prstGeom>
        </p:spPr>
        <p:txBody>
          <a:bodyPr rtlCol="0" anchor="b">
            <a:noAutofit/>
          </a:bodyPr>
          <a:lstStyle>
            <a:lvl1pPr marL="0" indent="0" algn="l">
              <a:lnSpc>
                <a:spcPct val="100000"/>
              </a:lnSpc>
              <a:buNone/>
              <a:defRPr lang="ru-RU"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/>
              <a:t>Образец заголовка </a:t>
            </a:r>
          </a:p>
        </p:txBody>
      </p:sp>
      <p:sp>
        <p:nvSpPr>
          <p:cNvPr id="52" name="Контент 47">
            <a:extLst>
              <a:ext uri="{FF2B5EF4-FFF2-40B4-BE49-F238E27FC236}">
                <a16:creationId xmlns:a16="http://schemas.microsoft.com/office/drawing/2014/main" id="{6046C90F-8A25-4E70-9BC9-4496C6B94EBC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9309891" y="4312077"/>
            <a:ext cx="2098038" cy="506399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l">
              <a:lnSpc>
                <a:spcPct val="100000"/>
              </a:lnSpc>
              <a:buNone/>
              <a:defRPr lang="ru-RU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/>
              <a:t>Щелкните, чтобы изменить стили текста образца слайда </a:t>
            </a:r>
          </a:p>
        </p:txBody>
      </p:sp>
      <p:sp>
        <p:nvSpPr>
          <p:cNvPr id="55" name="Контент 47">
            <a:extLst>
              <a:ext uri="{FF2B5EF4-FFF2-40B4-BE49-F238E27FC236}">
                <a16:creationId xmlns:a16="http://schemas.microsoft.com/office/drawing/2014/main" id="{D05B9A22-6B21-40BB-BBC1-9586C432A97B}"/>
              </a:ext>
            </a:extLst>
          </p:cNvPr>
          <p:cNvSpPr>
            <a:spLocks noGrp="1"/>
          </p:cNvSpPr>
          <p:nvPr>
            <p:ph type="pic" sz="quarter" idx="71"/>
          </p:nvPr>
        </p:nvSpPr>
        <p:spPr>
          <a:xfrm>
            <a:off x="4269796" y="5153614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rtlCol="0" anchor="ctr">
            <a:noAutofit/>
          </a:bodyPr>
          <a:lstStyle>
            <a:lvl1pPr marL="0" indent="0" algn="ctr">
              <a:buNone/>
              <a:defRPr lang="ru-RU" sz="1000">
                <a:solidFill>
                  <a:schemeClr val="accent6"/>
                </a:solidFill>
              </a:defRPr>
            </a:lvl1pPr>
          </a:lstStyle>
          <a:p>
            <a:pPr rtl="0"/>
            <a:r>
              <a:rPr lang="ru-RU"/>
              <a:t>Вставка рисунка</a:t>
            </a:r>
            <a:endParaRPr lang="ru-RU" altLang="en-US"/>
          </a:p>
        </p:txBody>
      </p:sp>
      <p:sp>
        <p:nvSpPr>
          <p:cNvPr id="53" name="Контент 47" descr="Щелкните значок, чтобы добавить фото">
            <a:extLst>
              <a:ext uri="{FF2B5EF4-FFF2-40B4-BE49-F238E27FC236}">
                <a16:creationId xmlns:a16="http://schemas.microsoft.com/office/drawing/2014/main" id="{F5E2B418-8D0E-4995-A3ED-4348C6F4A1AF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5520210" y="5369449"/>
            <a:ext cx="2098039" cy="506399"/>
          </a:xfrm>
          <a:prstGeom prst="rect">
            <a:avLst/>
          </a:prstGeom>
        </p:spPr>
        <p:txBody>
          <a:bodyPr rtlCol="0" anchor="b">
            <a:noAutofit/>
          </a:bodyPr>
          <a:lstStyle>
            <a:lvl1pPr marL="0" indent="0" algn="l">
              <a:lnSpc>
                <a:spcPct val="100000"/>
              </a:lnSpc>
              <a:buNone/>
              <a:defRPr lang="ru-RU"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/>
              <a:t>Образец заголовка </a:t>
            </a:r>
          </a:p>
        </p:txBody>
      </p:sp>
      <p:sp>
        <p:nvSpPr>
          <p:cNvPr id="58" name="Контент 47">
            <a:extLst>
              <a:ext uri="{FF2B5EF4-FFF2-40B4-BE49-F238E27FC236}">
                <a16:creationId xmlns:a16="http://schemas.microsoft.com/office/drawing/2014/main" id="{90A2A6E4-4D11-4F28-9D68-BC28580EBC05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5520211" y="5901594"/>
            <a:ext cx="2098038" cy="506399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l">
              <a:lnSpc>
                <a:spcPct val="100000"/>
              </a:lnSpc>
              <a:buNone/>
              <a:defRPr lang="ru-RU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/>
              <a:t>Щелкните, чтобы изменить стили текста образца слайда </a:t>
            </a:r>
          </a:p>
        </p:txBody>
      </p:sp>
      <p:sp>
        <p:nvSpPr>
          <p:cNvPr id="63" name="Контент 47">
            <a:extLst>
              <a:ext uri="{FF2B5EF4-FFF2-40B4-BE49-F238E27FC236}">
                <a16:creationId xmlns:a16="http://schemas.microsoft.com/office/drawing/2014/main" id="{A74DEBE4-2F74-4EB7-9501-8D37A3151B2A}"/>
              </a:ext>
            </a:extLst>
          </p:cNvPr>
          <p:cNvSpPr>
            <a:spLocks noGrp="1"/>
          </p:cNvSpPr>
          <p:nvPr>
            <p:ph type="pic" sz="quarter" idx="75"/>
          </p:nvPr>
        </p:nvSpPr>
        <p:spPr>
          <a:xfrm>
            <a:off x="8059916" y="5153614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rtlCol="0" anchor="ctr">
            <a:noAutofit/>
          </a:bodyPr>
          <a:lstStyle>
            <a:lvl1pPr marL="0" indent="0" algn="ctr">
              <a:buNone/>
              <a:defRPr lang="ru-RU" sz="1000">
                <a:solidFill>
                  <a:schemeClr val="accent6"/>
                </a:solidFill>
              </a:defRPr>
            </a:lvl1pPr>
          </a:lstStyle>
          <a:p>
            <a:pPr rtl="0"/>
            <a:r>
              <a:rPr lang="ru-RU"/>
              <a:t>Вставка рисунка</a:t>
            </a:r>
            <a:endParaRPr lang="ru-RU" altLang="en-US"/>
          </a:p>
        </p:txBody>
      </p:sp>
      <p:sp>
        <p:nvSpPr>
          <p:cNvPr id="59" name="Контент 47" descr="Щелкните значок, чтобы добавить фото">
            <a:extLst>
              <a:ext uri="{FF2B5EF4-FFF2-40B4-BE49-F238E27FC236}">
                <a16:creationId xmlns:a16="http://schemas.microsoft.com/office/drawing/2014/main" id="{070D69EE-1032-4604-B201-FD13AE846E9E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9313612" y="5369449"/>
            <a:ext cx="2098039" cy="506399"/>
          </a:xfrm>
          <a:prstGeom prst="rect">
            <a:avLst/>
          </a:prstGeom>
        </p:spPr>
        <p:txBody>
          <a:bodyPr rtlCol="0" anchor="b">
            <a:noAutofit/>
          </a:bodyPr>
          <a:lstStyle>
            <a:lvl1pPr marL="0" indent="0" algn="l">
              <a:lnSpc>
                <a:spcPct val="100000"/>
              </a:lnSpc>
              <a:buNone/>
              <a:defRPr lang="ru-RU"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/>
              <a:t>Образец заголовка </a:t>
            </a:r>
          </a:p>
        </p:txBody>
      </p:sp>
      <p:sp>
        <p:nvSpPr>
          <p:cNvPr id="60" name="Контент 47">
            <a:extLst>
              <a:ext uri="{FF2B5EF4-FFF2-40B4-BE49-F238E27FC236}">
                <a16:creationId xmlns:a16="http://schemas.microsoft.com/office/drawing/2014/main" id="{B65187B8-CD7A-46B0-A851-E2456586E758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9309891" y="5901594"/>
            <a:ext cx="2098038" cy="506399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l">
              <a:lnSpc>
                <a:spcPct val="100000"/>
              </a:lnSpc>
              <a:buNone/>
              <a:defRPr lang="ru-RU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/>
              <a:t>Щелкните, чтобы изменить стили текста образца слайда 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2964988-2386-5A15-B085-00BD5D58E53C}"/>
              </a:ext>
            </a:extLst>
          </p:cNvPr>
          <p:cNvSpPr>
            <a:spLocks noGrp="1"/>
          </p:cNvSpPr>
          <p:nvPr>
            <p:ph type="ftr" sz="quarter" idx="76"/>
          </p:nvPr>
        </p:nvSpPr>
        <p:spPr/>
        <p:txBody>
          <a:bodyPr rtlCol="0">
            <a:noAutofit/>
          </a:bodyPr>
          <a:lstStyle>
            <a:lvl1pPr>
              <a:defRPr lang="ru-RU">
                <a:solidFill>
                  <a:schemeClr val="accent6"/>
                </a:solidFill>
              </a:defRPr>
            </a:lvl1pPr>
          </a:lstStyle>
          <a:p>
            <a:pPr rtl="0"/>
            <a:r>
              <a:rPr lang="ru-RU"/>
              <a:t>Заголовок презентации</a:t>
            </a:r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62CC095-C330-BF75-42CE-50A46EAD82C5}"/>
              </a:ext>
            </a:extLst>
          </p:cNvPr>
          <p:cNvSpPr>
            <a:spLocks noGrp="1"/>
          </p:cNvSpPr>
          <p:nvPr>
            <p:ph type="sldNum" sz="quarter" idx="77"/>
          </p:nvPr>
        </p:nvSpPr>
        <p:spPr/>
        <p:txBody>
          <a:bodyPr rtlCol="0">
            <a:noAutofit/>
          </a:bodyPr>
          <a:lstStyle>
            <a:lvl1pPr>
              <a:defRPr lang="ru-RU" b="0">
                <a:solidFill>
                  <a:schemeClr val="accent6"/>
                </a:solidFill>
              </a:defRPr>
            </a:lvl1pPr>
          </a:lstStyle>
          <a:p>
            <a:pPr rtl="0"/>
            <a:fld id="{47FEACEE-25B4-4A2D-B147-27296E36371D}" type="slidenum">
              <a:rPr lang="ru-RU" altLang="zh-CN" smtClean="0"/>
              <a:pPr/>
              <a:t>‹#›</a:t>
            </a:fld>
            <a:endParaRPr lang="ru-RU" altLang="zh-CN" dirty="0"/>
          </a:p>
        </p:txBody>
      </p:sp>
    </p:spTree>
    <p:extLst>
      <p:ext uri="{BB962C8B-B14F-4D97-AF65-F5344CB8AC3E}">
        <p14:creationId xmlns:p14="http://schemas.microsoft.com/office/powerpoint/2010/main" val="4594394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столбцов со знач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олилиния: Фигура 6">
            <a:extLst>
              <a:ext uri="{FF2B5EF4-FFF2-40B4-BE49-F238E27FC236}">
                <a16:creationId xmlns:a16="http://schemas.microsoft.com/office/drawing/2014/main" id="{A533F602-EEC9-45F6-8223-8C8F4914919D}"/>
              </a:ext>
            </a:extLst>
          </p:cNvPr>
          <p:cNvSpPr/>
          <p:nvPr userDrawn="1"/>
        </p:nvSpPr>
        <p:spPr>
          <a:xfrm>
            <a:off x="2121636" y="2070606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dirty="0">
              <a:solidFill>
                <a:schemeClr val="accent6"/>
              </a:solidFill>
            </a:endParaRPr>
          </a:p>
        </p:txBody>
      </p:sp>
      <p:sp>
        <p:nvSpPr>
          <p:cNvPr id="5" name="Полилиния: Фигура 7">
            <a:extLst>
              <a:ext uri="{FF2B5EF4-FFF2-40B4-BE49-F238E27FC236}">
                <a16:creationId xmlns:a16="http://schemas.microsoft.com/office/drawing/2014/main" id="{08F73F8C-5CF8-4470-AE2B-8E6D7952FF3E}"/>
              </a:ext>
            </a:extLst>
          </p:cNvPr>
          <p:cNvSpPr/>
          <p:nvPr userDrawn="1"/>
        </p:nvSpPr>
        <p:spPr>
          <a:xfrm>
            <a:off x="4174867" y="2073440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dirty="0">
              <a:solidFill>
                <a:schemeClr val="accent6"/>
              </a:solidFill>
            </a:endParaRPr>
          </a:p>
        </p:txBody>
      </p:sp>
      <p:sp>
        <p:nvSpPr>
          <p:cNvPr id="6" name="Полилиния: Фигура 8">
            <a:extLst>
              <a:ext uri="{FF2B5EF4-FFF2-40B4-BE49-F238E27FC236}">
                <a16:creationId xmlns:a16="http://schemas.microsoft.com/office/drawing/2014/main" id="{1299AD72-44AB-4D37-ABBB-9E295508DDB5}"/>
              </a:ext>
            </a:extLst>
          </p:cNvPr>
          <p:cNvSpPr/>
          <p:nvPr userDrawn="1"/>
        </p:nvSpPr>
        <p:spPr>
          <a:xfrm>
            <a:off x="6308379" y="2064520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dirty="0">
              <a:solidFill>
                <a:schemeClr val="accent6"/>
              </a:solidFill>
            </a:endParaRPr>
          </a:p>
        </p:txBody>
      </p:sp>
      <p:sp>
        <p:nvSpPr>
          <p:cNvPr id="7" name="Полилиния: Фигура 9">
            <a:extLst>
              <a:ext uri="{FF2B5EF4-FFF2-40B4-BE49-F238E27FC236}">
                <a16:creationId xmlns:a16="http://schemas.microsoft.com/office/drawing/2014/main" id="{834981F1-A16D-4CA2-8001-0D2A65539268}"/>
              </a:ext>
            </a:extLst>
          </p:cNvPr>
          <p:cNvSpPr/>
          <p:nvPr userDrawn="1"/>
        </p:nvSpPr>
        <p:spPr>
          <a:xfrm>
            <a:off x="8407152" y="2068980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dirty="0">
              <a:solidFill>
                <a:schemeClr val="accent6"/>
              </a:solidFill>
            </a:endParaRPr>
          </a:p>
        </p:txBody>
      </p:sp>
      <p:sp>
        <p:nvSpPr>
          <p:cNvPr id="31" name="Контент 47" descr="Щелкните значок, чтобы добавить фото">
            <a:extLst>
              <a:ext uri="{FF2B5EF4-FFF2-40B4-BE49-F238E27FC236}">
                <a16:creationId xmlns:a16="http://schemas.microsoft.com/office/drawing/2014/main" id="{7AA46292-B7E4-4DB5-85D0-C4F19D66F86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1770" y="4416565"/>
            <a:ext cx="1877575" cy="506399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lang="ru-RU" sz="1800" b="1">
                <a:solidFill>
                  <a:schemeClr val="accent6"/>
                </a:solidFill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/>
              <a:t>Образец заголовка </a:t>
            </a:r>
          </a:p>
        </p:txBody>
      </p:sp>
      <p:sp>
        <p:nvSpPr>
          <p:cNvPr id="32" name="Контент 47">
            <a:extLst>
              <a:ext uri="{FF2B5EF4-FFF2-40B4-BE49-F238E27FC236}">
                <a16:creationId xmlns:a16="http://schemas.microsoft.com/office/drawing/2014/main" id="{382E7D57-1A1A-432F-AEA9-9730DEE1572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12627" y="5007731"/>
            <a:ext cx="1691687" cy="811178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ru-RU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ru-RU"/>
              <a:t>Щелкните, чтобы изменить стили текста образца слайда </a:t>
            </a:r>
          </a:p>
        </p:txBody>
      </p:sp>
      <p:sp>
        <p:nvSpPr>
          <p:cNvPr id="33" name="Контент 47" descr="Щелкните значок, чтобы добавить фото">
            <a:extLst>
              <a:ext uri="{FF2B5EF4-FFF2-40B4-BE49-F238E27FC236}">
                <a16:creationId xmlns:a16="http://schemas.microsoft.com/office/drawing/2014/main" id="{E51F0384-440E-45B9-91E7-78CA13DE0B98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2888314" y="4416565"/>
            <a:ext cx="1877575" cy="506399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lang="ru-RU" sz="1800" b="1">
                <a:solidFill>
                  <a:schemeClr val="accent6"/>
                </a:solidFill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/>
              <a:t>Образец заголовка </a:t>
            </a:r>
          </a:p>
        </p:txBody>
      </p:sp>
      <p:sp>
        <p:nvSpPr>
          <p:cNvPr id="34" name="Контент 47">
            <a:extLst>
              <a:ext uri="{FF2B5EF4-FFF2-40B4-BE49-F238E27FC236}">
                <a16:creationId xmlns:a16="http://schemas.microsoft.com/office/drawing/2014/main" id="{35EAE525-3692-40E8-894E-B19171FF64F6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2979171" y="5007731"/>
            <a:ext cx="1691687" cy="811178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ru-RU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ru-RU"/>
              <a:t>Щелкните, чтобы изменить стили текста образца слайда </a:t>
            </a:r>
          </a:p>
        </p:txBody>
      </p:sp>
      <p:sp>
        <p:nvSpPr>
          <p:cNvPr id="35" name="Контент 47" descr="Щелкните значок, чтобы добавить фото">
            <a:extLst>
              <a:ext uri="{FF2B5EF4-FFF2-40B4-BE49-F238E27FC236}">
                <a16:creationId xmlns:a16="http://schemas.microsoft.com/office/drawing/2014/main" id="{847DC539-F391-4470-96EB-486AB02DADB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073898" y="4416565"/>
            <a:ext cx="1877575" cy="506399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lang="ru-RU" sz="1800" b="1">
                <a:solidFill>
                  <a:schemeClr val="accent6"/>
                </a:solidFill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/>
              <a:t>Образец заголовка </a:t>
            </a:r>
          </a:p>
        </p:txBody>
      </p:sp>
      <p:sp>
        <p:nvSpPr>
          <p:cNvPr id="36" name="Контент 47">
            <a:extLst>
              <a:ext uri="{FF2B5EF4-FFF2-40B4-BE49-F238E27FC236}">
                <a16:creationId xmlns:a16="http://schemas.microsoft.com/office/drawing/2014/main" id="{50988645-D146-4AFE-B87D-27927957717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164755" y="5007731"/>
            <a:ext cx="1691687" cy="811178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ru-RU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ru-RU"/>
              <a:t>Щелкните, чтобы изменить стили текста образца слайда </a:t>
            </a:r>
          </a:p>
        </p:txBody>
      </p:sp>
      <p:sp>
        <p:nvSpPr>
          <p:cNvPr id="37" name="Контент 47" descr="Щелкните значок, чтобы добавить фото">
            <a:extLst>
              <a:ext uri="{FF2B5EF4-FFF2-40B4-BE49-F238E27FC236}">
                <a16:creationId xmlns:a16="http://schemas.microsoft.com/office/drawing/2014/main" id="{6712E8AC-14E0-42CC-8037-7C1D0E044B61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7259482" y="4416565"/>
            <a:ext cx="1877575" cy="506399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lang="ru-RU" sz="1800" b="1">
                <a:solidFill>
                  <a:schemeClr val="accent6"/>
                </a:solidFill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/>
              <a:t>Образец заголовка </a:t>
            </a:r>
          </a:p>
        </p:txBody>
      </p:sp>
      <p:sp>
        <p:nvSpPr>
          <p:cNvPr id="38" name="Контент 47">
            <a:extLst>
              <a:ext uri="{FF2B5EF4-FFF2-40B4-BE49-F238E27FC236}">
                <a16:creationId xmlns:a16="http://schemas.microsoft.com/office/drawing/2014/main" id="{C68DF822-6F14-4839-BD33-6874C8136EE0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7350339" y="5007731"/>
            <a:ext cx="1691687" cy="811178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ru-RU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ru-RU"/>
              <a:t>Щелкните, чтобы изменить стили текста образца слайда </a:t>
            </a:r>
          </a:p>
        </p:txBody>
      </p:sp>
      <p:sp>
        <p:nvSpPr>
          <p:cNvPr id="39" name="Контент 47" descr="Щелкните значок, чтобы добавить фото">
            <a:extLst>
              <a:ext uri="{FF2B5EF4-FFF2-40B4-BE49-F238E27FC236}">
                <a16:creationId xmlns:a16="http://schemas.microsoft.com/office/drawing/2014/main" id="{2D1F75C7-DA21-4400-B066-F38190B4F520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9445066" y="4416565"/>
            <a:ext cx="1877575" cy="506399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lang="ru-RU" sz="1800" b="1">
                <a:solidFill>
                  <a:schemeClr val="accent6"/>
                </a:solidFill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/>
              <a:t>Образец заголовка </a:t>
            </a:r>
          </a:p>
        </p:txBody>
      </p:sp>
      <p:sp>
        <p:nvSpPr>
          <p:cNvPr id="40" name="Контент 47">
            <a:extLst>
              <a:ext uri="{FF2B5EF4-FFF2-40B4-BE49-F238E27FC236}">
                <a16:creationId xmlns:a16="http://schemas.microsoft.com/office/drawing/2014/main" id="{F7CF6BF0-A40D-4F18-B9DF-D9C4106065D2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9535923" y="5007731"/>
            <a:ext cx="1691687" cy="811178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ru-RU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ru-RU"/>
              <a:t>Щелкните, чтобы изменить стили текста образца слайда </a:t>
            </a:r>
          </a:p>
        </p:txBody>
      </p:sp>
      <p:sp>
        <p:nvSpPr>
          <p:cNvPr id="41" name="Контент 47">
            <a:extLst>
              <a:ext uri="{FF2B5EF4-FFF2-40B4-BE49-F238E27FC236}">
                <a16:creationId xmlns:a16="http://schemas.microsoft.com/office/drawing/2014/main" id="{95C6B2A2-937E-4C7D-92E3-8A105DD43A98}"/>
              </a:ext>
            </a:extLst>
          </p:cNvPr>
          <p:cNvSpPr>
            <a:spLocks noGrp="1"/>
          </p:cNvSpPr>
          <p:nvPr>
            <p:ph type="pic" sz="quarter" idx="57"/>
          </p:nvPr>
        </p:nvSpPr>
        <p:spPr>
          <a:xfrm>
            <a:off x="983282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rtlCol="0" anchor="ctr">
            <a:noAutofit/>
          </a:bodyPr>
          <a:lstStyle>
            <a:lvl1pPr marL="0" indent="0" algn="ctr">
              <a:buNone/>
              <a:defRPr lang="ru-RU" sz="1000">
                <a:solidFill>
                  <a:schemeClr val="accent6"/>
                </a:solidFill>
              </a:defRPr>
            </a:lvl1pPr>
          </a:lstStyle>
          <a:p>
            <a:pPr rtl="0"/>
            <a:r>
              <a:rPr lang="ru-RU"/>
              <a:t>Вставка рисунка</a:t>
            </a:r>
            <a:endParaRPr lang="ru-RU" altLang="en-US"/>
          </a:p>
        </p:txBody>
      </p:sp>
      <p:sp>
        <p:nvSpPr>
          <p:cNvPr id="42" name="Контент 47">
            <a:extLst>
              <a:ext uri="{FF2B5EF4-FFF2-40B4-BE49-F238E27FC236}">
                <a16:creationId xmlns:a16="http://schemas.microsoft.com/office/drawing/2014/main" id="{A9ECEF10-95EB-4F03-B3B1-8FC0E421618E}"/>
              </a:ext>
            </a:extLst>
          </p:cNvPr>
          <p:cNvSpPr>
            <a:spLocks noGrp="1"/>
          </p:cNvSpPr>
          <p:nvPr>
            <p:ph type="pic" sz="quarter" idx="58"/>
          </p:nvPr>
        </p:nvSpPr>
        <p:spPr>
          <a:xfrm>
            <a:off x="3109346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rtlCol="0" anchor="ctr">
            <a:noAutofit/>
          </a:bodyPr>
          <a:lstStyle>
            <a:lvl1pPr marL="0" indent="0" algn="ctr">
              <a:buNone/>
              <a:defRPr lang="ru-RU" sz="1000">
                <a:solidFill>
                  <a:schemeClr val="accent6"/>
                </a:solidFill>
              </a:defRPr>
            </a:lvl1pPr>
          </a:lstStyle>
          <a:p>
            <a:pPr rtl="0"/>
            <a:r>
              <a:rPr lang="ru-RU"/>
              <a:t>Вставка рисунка</a:t>
            </a:r>
            <a:endParaRPr lang="ru-RU" altLang="en-US"/>
          </a:p>
        </p:txBody>
      </p:sp>
      <p:sp>
        <p:nvSpPr>
          <p:cNvPr id="43" name="Контент 47">
            <a:extLst>
              <a:ext uri="{FF2B5EF4-FFF2-40B4-BE49-F238E27FC236}">
                <a16:creationId xmlns:a16="http://schemas.microsoft.com/office/drawing/2014/main" id="{12D92FE1-9874-49B8-8FDC-F903A4843015}"/>
              </a:ext>
            </a:extLst>
          </p:cNvPr>
          <p:cNvSpPr>
            <a:spLocks noGrp="1"/>
          </p:cNvSpPr>
          <p:nvPr>
            <p:ph type="pic" sz="quarter" idx="59"/>
          </p:nvPr>
        </p:nvSpPr>
        <p:spPr>
          <a:xfrm>
            <a:off x="5235410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rtlCol="0" anchor="ctr">
            <a:noAutofit/>
          </a:bodyPr>
          <a:lstStyle>
            <a:lvl1pPr marL="0" indent="0" algn="ctr">
              <a:buNone/>
              <a:defRPr lang="ru-RU" sz="1000">
                <a:solidFill>
                  <a:schemeClr val="accent6"/>
                </a:solidFill>
              </a:defRPr>
            </a:lvl1pPr>
          </a:lstStyle>
          <a:p>
            <a:pPr rtl="0"/>
            <a:r>
              <a:rPr lang="ru-RU"/>
              <a:t>Вставка рисунка</a:t>
            </a:r>
            <a:endParaRPr lang="ru-RU" altLang="en-US"/>
          </a:p>
        </p:txBody>
      </p:sp>
      <p:sp>
        <p:nvSpPr>
          <p:cNvPr id="44" name="Контент 47">
            <a:extLst>
              <a:ext uri="{FF2B5EF4-FFF2-40B4-BE49-F238E27FC236}">
                <a16:creationId xmlns:a16="http://schemas.microsoft.com/office/drawing/2014/main" id="{12070F52-AB91-476E-9FE0-5403568A11DD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7361474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rtlCol="0" anchor="ctr">
            <a:noAutofit/>
          </a:bodyPr>
          <a:lstStyle>
            <a:lvl1pPr marL="0" indent="0" algn="ctr">
              <a:buNone/>
              <a:defRPr lang="ru-RU" sz="1000">
                <a:solidFill>
                  <a:schemeClr val="accent6"/>
                </a:solidFill>
              </a:defRPr>
            </a:lvl1pPr>
          </a:lstStyle>
          <a:p>
            <a:pPr rtl="0"/>
            <a:r>
              <a:rPr lang="ru-RU"/>
              <a:t>Вставка рисунка</a:t>
            </a:r>
            <a:endParaRPr lang="ru-RU" altLang="en-US"/>
          </a:p>
        </p:txBody>
      </p:sp>
      <p:sp>
        <p:nvSpPr>
          <p:cNvPr id="45" name="Контент 47">
            <a:extLst>
              <a:ext uri="{FF2B5EF4-FFF2-40B4-BE49-F238E27FC236}">
                <a16:creationId xmlns:a16="http://schemas.microsoft.com/office/drawing/2014/main" id="{13AE459B-26D7-43FC-BE0B-EF7B119D7D40}"/>
              </a:ext>
            </a:extLst>
          </p:cNvPr>
          <p:cNvSpPr>
            <a:spLocks noGrp="1"/>
          </p:cNvSpPr>
          <p:nvPr>
            <p:ph type="pic" sz="quarter" idx="61"/>
          </p:nvPr>
        </p:nvSpPr>
        <p:spPr>
          <a:xfrm>
            <a:off x="9487536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rtlCol="0" anchor="ctr">
            <a:noAutofit/>
          </a:bodyPr>
          <a:lstStyle>
            <a:lvl1pPr marL="0" indent="0" algn="ctr">
              <a:buNone/>
              <a:defRPr lang="ru-RU" sz="1000">
                <a:solidFill>
                  <a:schemeClr val="accent6"/>
                </a:solidFill>
              </a:defRPr>
            </a:lvl1pPr>
          </a:lstStyle>
          <a:p>
            <a:pPr rtl="0"/>
            <a:r>
              <a:rPr lang="ru-RU"/>
              <a:t>Вставка рисунка</a:t>
            </a:r>
            <a:endParaRPr lang="ru-RU" altLang="en-US"/>
          </a:p>
        </p:txBody>
      </p:sp>
      <p:sp>
        <p:nvSpPr>
          <p:cNvPr id="25" name="Заголовок 4">
            <a:extLst>
              <a:ext uri="{FF2B5EF4-FFF2-40B4-BE49-F238E27FC236}">
                <a16:creationId xmlns:a16="http://schemas.microsoft.com/office/drawing/2014/main" id="{C8ECEE37-7B17-4FD7-2612-FBD357E10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ru-RU">
                <a:solidFill>
                  <a:schemeClr val="accent6"/>
                </a:solidFill>
              </a:defRPr>
            </a:lvl1pPr>
          </a:lstStyle>
          <a:p>
            <a:pPr rtl="0"/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2" name="Нижний колонтитул 1">
            <a:extLst>
              <a:ext uri="{FF2B5EF4-FFF2-40B4-BE49-F238E27FC236}">
                <a16:creationId xmlns:a16="http://schemas.microsoft.com/office/drawing/2014/main" id="{F7F2CD23-FF0B-8184-9F40-957043412F1C}"/>
              </a:ext>
            </a:extLst>
          </p:cNvPr>
          <p:cNvSpPr>
            <a:spLocks noGrp="1"/>
          </p:cNvSpPr>
          <p:nvPr>
            <p:ph type="ftr" sz="quarter" idx="62"/>
          </p:nvPr>
        </p:nvSpPr>
        <p:spPr/>
        <p:txBody>
          <a:bodyPr rtlCol="0">
            <a:noAutofit/>
          </a:bodyPr>
          <a:lstStyle>
            <a:lvl1pPr>
              <a:defRPr lang="ru-RU">
                <a:solidFill>
                  <a:schemeClr val="accent6"/>
                </a:solidFill>
              </a:defRPr>
            </a:lvl1pPr>
          </a:lstStyle>
          <a:p>
            <a:pPr rtl="0"/>
            <a:r>
              <a:rPr lang="ru-RU"/>
              <a:t>Название презентации</a:t>
            </a:r>
            <a:endParaRPr lang="ru-RU" dirty="0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876D293-58F2-B8E9-6576-2676F210D7CF}"/>
              </a:ext>
            </a:extLst>
          </p:cNvPr>
          <p:cNvSpPr>
            <a:spLocks noGrp="1"/>
          </p:cNvSpPr>
          <p:nvPr>
            <p:ph type="sldNum" sz="quarter" idx="63"/>
          </p:nvPr>
        </p:nvSpPr>
        <p:spPr/>
        <p:txBody>
          <a:bodyPr rtlCol="0">
            <a:noAutofit/>
          </a:bodyPr>
          <a:lstStyle>
            <a:lvl1pPr>
              <a:defRPr lang="ru-RU">
                <a:solidFill>
                  <a:schemeClr val="accent6"/>
                </a:solidFill>
              </a:defRPr>
            </a:lvl1pPr>
          </a:lstStyle>
          <a:p>
            <a:pPr rtl="0"/>
            <a:fld id="{47FEACEE-25B4-4A2D-B147-27296E36371D}" type="slidenum">
              <a:rPr lang="ru-RU" altLang="zh-CN" smtClean="0"/>
              <a:pPr/>
              <a:t>‹#›</a:t>
            </a:fld>
            <a:endParaRPr lang="ru-RU" altLang="zh-CN" dirty="0"/>
          </a:p>
        </p:txBody>
      </p:sp>
    </p:spTree>
    <p:extLst>
      <p:ext uri="{BB962C8B-B14F-4D97-AF65-F5344CB8AC3E}">
        <p14:creationId xmlns:p14="http://schemas.microsoft.com/office/powerpoint/2010/main" val="17288123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 столбцо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Контент 47">
            <a:extLst>
              <a:ext uri="{FF2B5EF4-FFF2-40B4-BE49-F238E27FC236}">
                <a16:creationId xmlns:a16="http://schemas.microsoft.com/office/drawing/2014/main" id="{67FF6BA4-2B1B-4B51-9FE3-A67E3DCC318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38200" y="2929823"/>
            <a:ext cx="1865376" cy="2464293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 rtlCol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ru-RU" sz="1500" b="0">
                <a:solidFill>
                  <a:schemeClr val="accent6"/>
                </a:solidFill>
                <a:latin typeface="+mn-lt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 noProof="0" dirty="0"/>
              <a:t>Щелкните, чтобы изменить стили текста образца слайда </a:t>
            </a:r>
          </a:p>
        </p:txBody>
      </p:sp>
      <p:sp>
        <p:nvSpPr>
          <p:cNvPr id="30" name="Контент 47">
            <a:extLst>
              <a:ext uri="{FF2B5EF4-FFF2-40B4-BE49-F238E27FC236}">
                <a16:creationId xmlns:a16="http://schemas.microsoft.com/office/drawing/2014/main" id="{88E2377A-ED6B-4D69-A9DC-647CB22A5204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3000303" y="2929823"/>
            <a:ext cx="1867186" cy="2471878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 rtlCol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ru-RU" sz="1500" b="0">
                <a:solidFill>
                  <a:schemeClr val="accent6"/>
                </a:solidFill>
                <a:latin typeface="+mn-lt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 noProof="0" dirty="0"/>
              <a:t>Щелкните, чтобы изменить стили текста образца слайда </a:t>
            </a:r>
          </a:p>
        </p:txBody>
      </p:sp>
      <p:sp>
        <p:nvSpPr>
          <p:cNvPr id="31" name="Контент 47">
            <a:extLst>
              <a:ext uri="{FF2B5EF4-FFF2-40B4-BE49-F238E27FC236}">
                <a16:creationId xmlns:a16="http://schemas.microsoft.com/office/drawing/2014/main" id="{ECC27D7D-FA65-E93F-3C7E-AADBF7E0CC2C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164216" y="2929823"/>
            <a:ext cx="1865376" cy="2464293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 rtlCol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ru-RU" sz="1500" b="0">
                <a:solidFill>
                  <a:schemeClr val="accent6"/>
                </a:solidFill>
                <a:latin typeface="+mn-lt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 noProof="0" dirty="0"/>
              <a:t>Щелкните, чтобы изменить стили текста образца слайда </a:t>
            </a:r>
          </a:p>
        </p:txBody>
      </p:sp>
      <p:sp>
        <p:nvSpPr>
          <p:cNvPr id="33" name="Контент 47">
            <a:extLst>
              <a:ext uri="{FF2B5EF4-FFF2-40B4-BE49-F238E27FC236}">
                <a16:creationId xmlns:a16="http://schemas.microsoft.com/office/drawing/2014/main" id="{DF5280E4-E86B-9E17-04A1-072A8148C3BD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7326319" y="2929823"/>
            <a:ext cx="1865376" cy="2464293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 rtlCol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ru-RU" sz="1500" b="0">
                <a:solidFill>
                  <a:schemeClr val="accent6"/>
                </a:solidFill>
                <a:latin typeface="+mn-lt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 noProof="0" dirty="0"/>
              <a:t>Щелкните, чтобы изменить стили текста образца слайда </a:t>
            </a:r>
          </a:p>
        </p:txBody>
      </p:sp>
      <p:sp>
        <p:nvSpPr>
          <p:cNvPr id="37" name="Контент 47">
            <a:extLst>
              <a:ext uri="{FF2B5EF4-FFF2-40B4-BE49-F238E27FC236}">
                <a16:creationId xmlns:a16="http://schemas.microsoft.com/office/drawing/2014/main" id="{42F4F0D3-AF64-7F92-FF1C-F5D1DC62A38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9488424" y="2929823"/>
            <a:ext cx="1865376" cy="2464293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 rtlCol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ru-RU" sz="1500" b="0">
                <a:solidFill>
                  <a:schemeClr val="accent6"/>
                </a:solidFill>
                <a:latin typeface="+mn-lt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 noProof="0" dirty="0"/>
              <a:t>Щелкните, чтобы изменить стили текста образца слайда </a:t>
            </a:r>
          </a:p>
        </p:txBody>
      </p:sp>
      <p:sp>
        <p:nvSpPr>
          <p:cNvPr id="27" name="Контент 47">
            <a:extLst>
              <a:ext uri="{FF2B5EF4-FFF2-40B4-BE49-F238E27FC236}">
                <a16:creationId xmlns:a16="http://schemas.microsoft.com/office/drawing/2014/main" id="{43D089D6-48B5-43AB-A887-EEF910BA916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38200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lang="ru-RU"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 rtl="0"/>
            <a:r>
              <a:rPr lang="ru-RU" noProof="0" dirty="0"/>
              <a:t>Образец заголовка</a:t>
            </a:r>
            <a:endParaRPr lang="ru-RU" altLang="en-US" noProof="0" dirty="0"/>
          </a:p>
        </p:txBody>
      </p:sp>
      <p:sp>
        <p:nvSpPr>
          <p:cNvPr id="24" name="Заголовок 4">
            <a:extLst>
              <a:ext uri="{FF2B5EF4-FFF2-40B4-BE49-F238E27FC236}">
                <a16:creationId xmlns:a16="http://schemas.microsoft.com/office/drawing/2014/main" id="{69ABDED2-7EB3-3ABE-90D0-E6C00F806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ru-RU">
                <a:solidFill>
                  <a:schemeClr val="accent6"/>
                </a:solidFill>
              </a:defRPr>
            </a:lvl1pPr>
          </a:lstStyle>
          <a:p>
            <a:pPr rtl="0"/>
            <a:r>
              <a:rPr lang="ru-RU" noProof="0"/>
              <a:t>Образец заголовка</a:t>
            </a:r>
            <a:endParaRPr lang="ru-RU" noProof="0" dirty="0"/>
          </a:p>
        </p:txBody>
      </p:sp>
      <p:sp>
        <p:nvSpPr>
          <p:cNvPr id="25" name="Контент 47">
            <a:extLst>
              <a:ext uri="{FF2B5EF4-FFF2-40B4-BE49-F238E27FC236}">
                <a16:creationId xmlns:a16="http://schemas.microsoft.com/office/drawing/2014/main" id="{476A31DC-7395-007C-8BA1-C38E5B289CF5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3000756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lang="ru-RU"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 rtl="0"/>
            <a:r>
              <a:rPr lang="ru-RU" noProof="0" dirty="0"/>
              <a:t>Образец заголовка</a:t>
            </a:r>
            <a:endParaRPr lang="ru-RU" altLang="en-US" noProof="0" dirty="0"/>
          </a:p>
        </p:txBody>
      </p:sp>
      <p:sp>
        <p:nvSpPr>
          <p:cNvPr id="26" name="Контент 47">
            <a:extLst>
              <a:ext uri="{FF2B5EF4-FFF2-40B4-BE49-F238E27FC236}">
                <a16:creationId xmlns:a16="http://schemas.microsoft.com/office/drawing/2014/main" id="{35CE0786-D87B-DD89-C418-C53C1B7E610B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163312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lang="ru-RU"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 rtl="0"/>
            <a:r>
              <a:rPr lang="ru-RU" noProof="0" dirty="0"/>
              <a:t>Образец заголовка</a:t>
            </a:r>
            <a:endParaRPr lang="ru-RU" altLang="en-US" noProof="0" dirty="0"/>
          </a:p>
        </p:txBody>
      </p:sp>
      <p:sp>
        <p:nvSpPr>
          <p:cNvPr id="28" name="Контент 47">
            <a:extLst>
              <a:ext uri="{FF2B5EF4-FFF2-40B4-BE49-F238E27FC236}">
                <a16:creationId xmlns:a16="http://schemas.microsoft.com/office/drawing/2014/main" id="{7C7F2E6C-1DCD-3C6A-4830-5BF230A3AAB2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325868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lang="ru-RU"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 rtl="0"/>
            <a:r>
              <a:rPr lang="ru-RU" noProof="0" dirty="0"/>
              <a:t>Образец заголовка</a:t>
            </a:r>
            <a:endParaRPr lang="ru-RU" altLang="en-US" noProof="0" dirty="0"/>
          </a:p>
        </p:txBody>
      </p:sp>
      <p:sp>
        <p:nvSpPr>
          <p:cNvPr id="29" name="Контент 47">
            <a:extLst>
              <a:ext uri="{FF2B5EF4-FFF2-40B4-BE49-F238E27FC236}">
                <a16:creationId xmlns:a16="http://schemas.microsoft.com/office/drawing/2014/main" id="{56A87F6E-D6C5-8903-BC20-313810046034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488424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lang="ru-RU"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 rtl="0"/>
            <a:r>
              <a:rPr lang="ru-RU" noProof="0" dirty="0"/>
              <a:t>Образец заголовка</a:t>
            </a:r>
            <a:endParaRPr lang="ru-RU" altLang="en-US" noProof="0" dirty="0"/>
          </a:p>
        </p:txBody>
      </p:sp>
      <p:sp>
        <p:nvSpPr>
          <p:cNvPr id="11" name="Нижний колонтитул 10">
            <a:extLst>
              <a:ext uri="{FF2B5EF4-FFF2-40B4-BE49-F238E27FC236}">
                <a16:creationId xmlns:a16="http://schemas.microsoft.com/office/drawing/2014/main" id="{7218367E-FDD8-A1F8-8E0F-A365771B85F7}"/>
              </a:ext>
            </a:extLst>
          </p:cNvPr>
          <p:cNvSpPr>
            <a:spLocks noGrp="1"/>
          </p:cNvSpPr>
          <p:nvPr>
            <p:ph type="ftr" sz="quarter" idx="54"/>
          </p:nvPr>
        </p:nvSpPr>
        <p:spPr/>
        <p:txBody>
          <a:bodyPr rtlCol="0">
            <a:noAutofit/>
          </a:bodyPr>
          <a:lstStyle>
            <a:defPPr>
              <a:defRPr lang="ru-RU"/>
            </a:defPPr>
          </a:lstStyle>
          <a:p>
            <a:pPr rtl="0"/>
            <a:r>
              <a:rPr lang="ru-RU" noProof="0" dirty="0"/>
              <a:t>Заголовок презентации</a:t>
            </a:r>
          </a:p>
        </p:txBody>
      </p:sp>
      <p:sp>
        <p:nvSpPr>
          <p:cNvPr id="12" name="Номер слайда 11">
            <a:extLst>
              <a:ext uri="{FF2B5EF4-FFF2-40B4-BE49-F238E27FC236}">
                <a16:creationId xmlns:a16="http://schemas.microsoft.com/office/drawing/2014/main" id="{77ECE300-0AB8-85A0-D4D3-B948DDA7B00F}"/>
              </a:ext>
            </a:extLst>
          </p:cNvPr>
          <p:cNvSpPr>
            <a:spLocks noGrp="1"/>
          </p:cNvSpPr>
          <p:nvPr>
            <p:ph type="sldNum" sz="quarter" idx="55"/>
          </p:nvPr>
        </p:nvSpPr>
        <p:spPr/>
        <p:txBody>
          <a:bodyPr rtlCol="0">
            <a:noAutofit/>
          </a:bodyPr>
          <a:lstStyle>
            <a:defPPr>
              <a:defRPr lang="ru-RU"/>
            </a:defPPr>
          </a:lstStyle>
          <a:p>
            <a:pPr rtl="0"/>
            <a:fld id="{47FEACEE-25B4-4A2D-B147-27296E36371D}" type="slidenum">
              <a:rPr lang="ru-RU" altLang="zh-CN" noProof="0" smtClean="0"/>
              <a:pPr/>
              <a:t>‹#›</a:t>
            </a:fld>
            <a:endParaRPr lang="ru-RU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25075930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ременная шка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Полилиния: Форма 25">
            <a:extLst>
              <a:ext uri="{FF2B5EF4-FFF2-40B4-BE49-F238E27FC236}">
                <a16:creationId xmlns:a16="http://schemas.microsoft.com/office/drawing/2014/main" id="{D61EE2E4-C5DD-4944-B70C-8F0A3F741A59}"/>
              </a:ext>
            </a:extLst>
          </p:cNvPr>
          <p:cNvSpPr/>
          <p:nvPr userDrawn="1"/>
        </p:nvSpPr>
        <p:spPr>
          <a:xfrm>
            <a:off x="1295508" y="3039919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ru-RU"/>
            </a:pPr>
            <a:endParaRPr kumimoji="0" lang="ru-RU" sz="1800" b="1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67" name="Полилиния: Фигура 26">
            <a:extLst>
              <a:ext uri="{FF2B5EF4-FFF2-40B4-BE49-F238E27FC236}">
                <a16:creationId xmlns:a16="http://schemas.microsoft.com/office/drawing/2014/main" id="{91FA36A8-94E8-4069-B957-F7145D77BD5F}"/>
              </a:ext>
            </a:extLst>
          </p:cNvPr>
          <p:cNvSpPr/>
          <p:nvPr userDrawn="1"/>
        </p:nvSpPr>
        <p:spPr>
          <a:xfrm>
            <a:off x="3670763" y="1677046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ru-RU"/>
            </a:pPr>
            <a:endParaRPr kumimoji="0" lang="ru-RU" sz="1800" b="1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68" name="Полилиния: Фигура 27">
            <a:extLst>
              <a:ext uri="{FF2B5EF4-FFF2-40B4-BE49-F238E27FC236}">
                <a16:creationId xmlns:a16="http://schemas.microsoft.com/office/drawing/2014/main" id="{7D38D67C-B6B8-4EB2-BC07-4A8128F44D16}"/>
              </a:ext>
            </a:extLst>
          </p:cNvPr>
          <p:cNvSpPr/>
          <p:nvPr userDrawn="1"/>
        </p:nvSpPr>
        <p:spPr>
          <a:xfrm>
            <a:off x="4865676" y="3722308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ru-RU"/>
            </a:pPr>
            <a:endParaRPr kumimoji="0" lang="ru-RU" sz="1800" b="1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69" name="Полилиния: Фигура 28">
            <a:extLst>
              <a:ext uri="{FF2B5EF4-FFF2-40B4-BE49-F238E27FC236}">
                <a16:creationId xmlns:a16="http://schemas.microsoft.com/office/drawing/2014/main" id="{6B2E4C8C-D96E-4A66-A3D2-3580DACCF801}"/>
              </a:ext>
            </a:extLst>
          </p:cNvPr>
          <p:cNvSpPr/>
          <p:nvPr userDrawn="1"/>
        </p:nvSpPr>
        <p:spPr>
          <a:xfrm>
            <a:off x="7245668" y="3725411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ru-RU"/>
            </a:pPr>
            <a:endParaRPr kumimoji="0" lang="ru-RU" sz="1800" b="1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70" name="Полилиния: Фигура 29">
            <a:extLst>
              <a:ext uri="{FF2B5EF4-FFF2-40B4-BE49-F238E27FC236}">
                <a16:creationId xmlns:a16="http://schemas.microsoft.com/office/drawing/2014/main" id="{74E0B8B0-45C7-4733-BBDC-B82F9307E431}"/>
              </a:ext>
            </a:extLst>
          </p:cNvPr>
          <p:cNvSpPr/>
          <p:nvPr userDrawn="1"/>
        </p:nvSpPr>
        <p:spPr>
          <a:xfrm>
            <a:off x="8440729" y="1677046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ru-RU"/>
            </a:pPr>
            <a:endParaRPr kumimoji="0" lang="ru-RU" sz="1800" b="1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71" name="Полилиния: Фигура 30">
            <a:extLst>
              <a:ext uri="{FF2B5EF4-FFF2-40B4-BE49-F238E27FC236}">
                <a16:creationId xmlns:a16="http://schemas.microsoft.com/office/drawing/2014/main" id="{F0BBECC2-631C-4C53-A9E8-6C87D48A3B01}"/>
              </a:ext>
            </a:extLst>
          </p:cNvPr>
          <p:cNvSpPr/>
          <p:nvPr userDrawn="1"/>
        </p:nvSpPr>
        <p:spPr>
          <a:xfrm>
            <a:off x="1274779" y="1667026"/>
            <a:ext cx="7152768" cy="2736950"/>
          </a:xfrm>
          <a:custGeom>
            <a:avLst/>
            <a:gdLst>
              <a:gd name="connsiteX0" fmla="*/ 0 w 5958191"/>
              <a:gd name="connsiteY0" fmla="*/ 2052536 h 2733472"/>
              <a:gd name="connsiteX1" fmla="*/ 1186774 w 5958191"/>
              <a:gd name="connsiteY1" fmla="*/ 1361872 h 2733472"/>
              <a:gd name="connsiteX2" fmla="*/ 2368685 w 5958191"/>
              <a:gd name="connsiteY2" fmla="*/ 2057400 h 2733472"/>
              <a:gd name="connsiteX3" fmla="*/ 2378413 w 5958191"/>
              <a:gd name="connsiteY3" fmla="*/ 690664 h 2733472"/>
              <a:gd name="connsiteX4" fmla="*/ 3570051 w 5958191"/>
              <a:gd name="connsiteY4" fmla="*/ 0 h 2733472"/>
              <a:gd name="connsiteX5" fmla="*/ 4761689 w 5958191"/>
              <a:gd name="connsiteY5" fmla="*/ 680936 h 2733472"/>
              <a:gd name="connsiteX6" fmla="*/ 4756825 w 5958191"/>
              <a:gd name="connsiteY6" fmla="*/ 2052536 h 2733472"/>
              <a:gd name="connsiteX7" fmla="*/ 5958191 w 5958191"/>
              <a:gd name="connsiteY7" fmla="*/ 2733472 h 2733472"/>
              <a:gd name="connsiteX8" fmla="*/ 5958191 w 5958191"/>
              <a:gd name="connsiteY8" fmla="*/ 2733472 h 2733472"/>
              <a:gd name="connsiteX0" fmla="*/ 0 w 7159557"/>
              <a:gd name="connsiteY0" fmla="*/ 2052536 h 2733472"/>
              <a:gd name="connsiteX1" fmla="*/ 1186774 w 7159557"/>
              <a:gd name="connsiteY1" fmla="*/ 1361872 h 2733472"/>
              <a:gd name="connsiteX2" fmla="*/ 2368685 w 7159557"/>
              <a:gd name="connsiteY2" fmla="*/ 2057400 h 2733472"/>
              <a:gd name="connsiteX3" fmla="*/ 2378413 w 7159557"/>
              <a:gd name="connsiteY3" fmla="*/ 690664 h 2733472"/>
              <a:gd name="connsiteX4" fmla="*/ 3570051 w 7159557"/>
              <a:gd name="connsiteY4" fmla="*/ 0 h 2733472"/>
              <a:gd name="connsiteX5" fmla="*/ 4761689 w 7159557"/>
              <a:gd name="connsiteY5" fmla="*/ 680936 h 2733472"/>
              <a:gd name="connsiteX6" fmla="*/ 4756825 w 7159557"/>
              <a:gd name="connsiteY6" fmla="*/ 2052536 h 2733472"/>
              <a:gd name="connsiteX7" fmla="*/ 5958191 w 7159557"/>
              <a:gd name="connsiteY7" fmla="*/ 2733472 h 2733472"/>
              <a:gd name="connsiteX8" fmla="*/ 7159557 w 7159557"/>
              <a:gd name="connsiteY8" fmla="*/ 2067128 h 2733472"/>
              <a:gd name="connsiteX0" fmla="*/ 0 w 7164420"/>
              <a:gd name="connsiteY0" fmla="*/ 2052536 h 2733472"/>
              <a:gd name="connsiteX1" fmla="*/ 1186774 w 7164420"/>
              <a:gd name="connsiteY1" fmla="*/ 1361872 h 2733472"/>
              <a:gd name="connsiteX2" fmla="*/ 2368685 w 7164420"/>
              <a:gd name="connsiteY2" fmla="*/ 2057400 h 2733472"/>
              <a:gd name="connsiteX3" fmla="*/ 2378413 w 7164420"/>
              <a:gd name="connsiteY3" fmla="*/ 690664 h 2733472"/>
              <a:gd name="connsiteX4" fmla="*/ 3570051 w 7164420"/>
              <a:gd name="connsiteY4" fmla="*/ 0 h 2733472"/>
              <a:gd name="connsiteX5" fmla="*/ 4761689 w 7164420"/>
              <a:gd name="connsiteY5" fmla="*/ 680936 h 2733472"/>
              <a:gd name="connsiteX6" fmla="*/ 4756825 w 7164420"/>
              <a:gd name="connsiteY6" fmla="*/ 2052536 h 2733472"/>
              <a:gd name="connsiteX7" fmla="*/ 5958191 w 7164420"/>
              <a:gd name="connsiteY7" fmla="*/ 2733472 h 2733472"/>
              <a:gd name="connsiteX8" fmla="*/ 7164420 w 7164420"/>
              <a:gd name="connsiteY8" fmla="*/ 2062264 h 2733472"/>
              <a:gd name="connsiteX0" fmla="*/ 0 w 7164420"/>
              <a:gd name="connsiteY0" fmla="*/ 2052536 h 2733472"/>
              <a:gd name="connsiteX1" fmla="*/ 1186774 w 7164420"/>
              <a:gd name="connsiteY1" fmla="*/ 1361872 h 2733472"/>
              <a:gd name="connsiteX2" fmla="*/ 2368685 w 7164420"/>
              <a:gd name="connsiteY2" fmla="*/ 2057400 h 2733472"/>
              <a:gd name="connsiteX3" fmla="*/ 2378413 w 7164420"/>
              <a:gd name="connsiteY3" fmla="*/ 690664 h 2733472"/>
              <a:gd name="connsiteX4" fmla="*/ 3570051 w 7164420"/>
              <a:gd name="connsiteY4" fmla="*/ 0 h 2733472"/>
              <a:gd name="connsiteX5" fmla="*/ 4761689 w 7164420"/>
              <a:gd name="connsiteY5" fmla="*/ 680936 h 2733472"/>
              <a:gd name="connsiteX6" fmla="*/ 4756825 w 7164420"/>
              <a:gd name="connsiteY6" fmla="*/ 2052536 h 2733472"/>
              <a:gd name="connsiteX7" fmla="*/ 5958191 w 7164420"/>
              <a:gd name="connsiteY7" fmla="*/ 2733472 h 2733472"/>
              <a:gd name="connsiteX8" fmla="*/ 7164420 w 7164420"/>
              <a:gd name="connsiteY8" fmla="*/ 2057400 h 2733472"/>
              <a:gd name="connsiteX0" fmla="*/ 0 w 7164420"/>
              <a:gd name="connsiteY0" fmla="*/ 2052536 h 2733472"/>
              <a:gd name="connsiteX1" fmla="*/ 1186774 w 7164420"/>
              <a:gd name="connsiteY1" fmla="*/ 1361872 h 2733472"/>
              <a:gd name="connsiteX2" fmla="*/ 2368685 w 7164420"/>
              <a:gd name="connsiteY2" fmla="*/ 2057400 h 2733472"/>
              <a:gd name="connsiteX3" fmla="*/ 2378413 w 7164420"/>
              <a:gd name="connsiteY3" fmla="*/ 690664 h 2733472"/>
              <a:gd name="connsiteX4" fmla="*/ 3570051 w 7164420"/>
              <a:gd name="connsiteY4" fmla="*/ 0 h 2733472"/>
              <a:gd name="connsiteX5" fmla="*/ 4761689 w 7164420"/>
              <a:gd name="connsiteY5" fmla="*/ 680936 h 2733472"/>
              <a:gd name="connsiteX6" fmla="*/ 4756825 w 7164420"/>
              <a:gd name="connsiteY6" fmla="*/ 2052536 h 2733472"/>
              <a:gd name="connsiteX7" fmla="*/ 5958191 w 7164420"/>
              <a:gd name="connsiteY7" fmla="*/ 2733472 h 2733472"/>
              <a:gd name="connsiteX8" fmla="*/ 7164420 w 7164420"/>
              <a:gd name="connsiteY8" fmla="*/ 2052536 h 2733472"/>
              <a:gd name="connsiteX0" fmla="*/ 0 w 7159556"/>
              <a:gd name="connsiteY0" fmla="*/ 2052536 h 2733472"/>
              <a:gd name="connsiteX1" fmla="*/ 1186774 w 7159556"/>
              <a:gd name="connsiteY1" fmla="*/ 1361872 h 2733472"/>
              <a:gd name="connsiteX2" fmla="*/ 2368685 w 7159556"/>
              <a:gd name="connsiteY2" fmla="*/ 2057400 h 2733472"/>
              <a:gd name="connsiteX3" fmla="*/ 2378413 w 7159556"/>
              <a:gd name="connsiteY3" fmla="*/ 690664 h 2733472"/>
              <a:gd name="connsiteX4" fmla="*/ 3570051 w 7159556"/>
              <a:gd name="connsiteY4" fmla="*/ 0 h 2733472"/>
              <a:gd name="connsiteX5" fmla="*/ 4761689 w 7159556"/>
              <a:gd name="connsiteY5" fmla="*/ 680936 h 2733472"/>
              <a:gd name="connsiteX6" fmla="*/ 4756825 w 7159556"/>
              <a:gd name="connsiteY6" fmla="*/ 2052536 h 2733472"/>
              <a:gd name="connsiteX7" fmla="*/ 5958191 w 7159556"/>
              <a:gd name="connsiteY7" fmla="*/ 2733472 h 2733472"/>
              <a:gd name="connsiteX8" fmla="*/ 7159556 w 7159556"/>
              <a:gd name="connsiteY8" fmla="*/ 2052536 h 2733472"/>
              <a:gd name="connsiteX0" fmla="*/ 0 w 7145649"/>
              <a:gd name="connsiteY0" fmla="*/ 2049060 h 2733472"/>
              <a:gd name="connsiteX1" fmla="*/ 1172867 w 7145649"/>
              <a:gd name="connsiteY1" fmla="*/ 1361872 h 2733472"/>
              <a:gd name="connsiteX2" fmla="*/ 2354778 w 7145649"/>
              <a:gd name="connsiteY2" fmla="*/ 2057400 h 2733472"/>
              <a:gd name="connsiteX3" fmla="*/ 2364506 w 7145649"/>
              <a:gd name="connsiteY3" fmla="*/ 690664 h 2733472"/>
              <a:gd name="connsiteX4" fmla="*/ 3556144 w 7145649"/>
              <a:gd name="connsiteY4" fmla="*/ 0 h 2733472"/>
              <a:gd name="connsiteX5" fmla="*/ 4747782 w 7145649"/>
              <a:gd name="connsiteY5" fmla="*/ 680936 h 2733472"/>
              <a:gd name="connsiteX6" fmla="*/ 4742918 w 7145649"/>
              <a:gd name="connsiteY6" fmla="*/ 2052536 h 2733472"/>
              <a:gd name="connsiteX7" fmla="*/ 5944284 w 7145649"/>
              <a:gd name="connsiteY7" fmla="*/ 2733472 h 2733472"/>
              <a:gd name="connsiteX8" fmla="*/ 7145649 w 714564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61872 h 2733472"/>
              <a:gd name="connsiteX2" fmla="*/ 2365208 w 7156079"/>
              <a:gd name="connsiteY2" fmla="*/ 2057400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65208 w 7156079"/>
              <a:gd name="connsiteY2" fmla="*/ 2057400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61731 w 7156079"/>
              <a:gd name="connsiteY2" fmla="*/ 2029586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82592 w 7156079"/>
              <a:gd name="connsiteY2" fmla="*/ 2033063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72162 w 7156079"/>
              <a:gd name="connsiteY2" fmla="*/ 2026110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62966 h 2761286"/>
              <a:gd name="connsiteX1" fmla="*/ 1183297 w 7156079"/>
              <a:gd name="connsiteY1" fmla="*/ 1372302 h 2761286"/>
              <a:gd name="connsiteX2" fmla="*/ 2372162 w 7156079"/>
              <a:gd name="connsiteY2" fmla="*/ 2053924 h 2761286"/>
              <a:gd name="connsiteX3" fmla="*/ 2374936 w 7156079"/>
              <a:gd name="connsiteY3" fmla="*/ 718478 h 2761286"/>
              <a:gd name="connsiteX4" fmla="*/ 3577004 w 7156079"/>
              <a:gd name="connsiteY4" fmla="*/ 0 h 2761286"/>
              <a:gd name="connsiteX5" fmla="*/ 4758212 w 7156079"/>
              <a:gd name="connsiteY5" fmla="*/ 708750 h 2761286"/>
              <a:gd name="connsiteX6" fmla="*/ 4753348 w 7156079"/>
              <a:gd name="connsiteY6" fmla="*/ 2080350 h 2761286"/>
              <a:gd name="connsiteX7" fmla="*/ 5954714 w 7156079"/>
              <a:gd name="connsiteY7" fmla="*/ 2761286 h 2761286"/>
              <a:gd name="connsiteX8" fmla="*/ 7156079 w 7156079"/>
              <a:gd name="connsiteY8" fmla="*/ 2080350 h 2761286"/>
              <a:gd name="connsiteX0" fmla="*/ 0 w 7156079"/>
              <a:gd name="connsiteY0" fmla="*/ 2062966 h 2761286"/>
              <a:gd name="connsiteX1" fmla="*/ 1183297 w 7156079"/>
              <a:gd name="connsiteY1" fmla="*/ 1372302 h 2761286"/>
              <a:gd name="connsiteX2" fmla="*/ 2372162 w 7156079"/>
              <a:gd name="connsiteY2" fmla="*/ 2053924 h 2761286"/>
              <a:gd name="connsiteX3" fmla="*/ 2371460 w 7156079"/>
              <a:gd name="connsiteY3" fmla="*/ 708048 h 2761286"/>
              <a:gd name="connsiteX4" fmla="*/ 3577004 w 7156079"/>
              <a:gd name="connsiteY4" fmla="*/ 0 h 2761286"/>
              <a:gd name="connsiteX5" fmla="*/ 4758212 w 7156079"/>
              <a:gd name="connsiteY5" fmla="*/ 708750 h 2761286"/>
              <a:gd name="connsiteX6" fmla="*/ 4753348 w 7156079"/>
              <a:gd name="connsiteY6" fmla="*/ 2080350 h 2761286"/>
              <a:gd name="connsiteX7" fmla="*/ 5954714 w 7156079"/>
              <a:gd name="connsiteY7" fmla="*/ 2761286 h 2761286"/>
              <a:gd name="connsiteX8" fmla="*/ 7156079 w 7156079"/>
              <a:gd name="connsiteY8" fmla="*/ 2080350 h 2761286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72162 w 7156079"/>
              <a:gd name="connsiteY2" fmla="*/ 2026110 h 2733472"/>
              <a:gd name="connsiteX3" fmla="*/ 2371460 w 7156079"/>
              <a:gd name="connsiteY3" fmla="*/ 680234 h 2733472"/>
              <a:gd name="connsiteX4" fmla="*/ 3573527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62967 h 2761287"/>
              <a:gd name="connsiteX1" fmla="*/ 1183297 w 7156079"/>
              <a:gd name="connsiteY1" fmla="*/ 1372303 h 2761287"/>
              <a:gd name="connsiteX2" fmla="*/ 2372162 w 7156079"/>
              <a:gd name="connsiteY2" fmla="*/ 2053925 h 2761287"/>
              <a:gd name="connsiteX3" fmla="*/ 2371460 w 7156079"/>
              <a:gd name="connsiteY3" fmla="*/ 708049 h 2761287"/>
              <a:gd name="connsiteX4" fmla="*/ 3563096 w 7156079"/>
              <a:gd name="connsiteY4" fmla="*/ 0 h 2761287"/>
              <a:gd name="connsiteX5" fmla="*/ 4758212 w 7156079"/>
              <a:gd name="connsiteY5" fmla="*/ 708751 h 2761287"/>
              <a:gd name="connsiteX6" fmla="*/ 4753348 w 7156079"/>
              <a:gd name="connsiteY6" fmla="*/ 2080351 h 2761287"/>
              <a:gd name="connsiteX7" fmla="*/ 5954714 w 7156079"/>
              <a:gd name="connsiteY7" fmla="*/ 2761287 h 2761287"/>
              <a:gd name="connsiteX8" fmla="*/ 7156079 w 7156079"/>
              <a:gd name="connsiteY8" fmla="*/ 2080351 h 2761287"/>
              <a:gd name="connsiteX0" fmla="*/ 0 w 7156079"/>
              <a:gd name="connsiteY0" fmla="*/ 2045583 h 2743903"/>
              <a:gd name="connsiteX1" fmla="*/ 1183297 w 7156079"/>
              <a:gd name="connsiteY1" fmla="*/ 1354919 h 2743903"/>
              <a:gd name="connsiteX2" fmla="*/ 2372162 w 7156079"/>
              <a:gd name="connsiteY2" fmla="*/ 2036541 h 2743903"/>
              <a:gd name="connsiteX3" fmla="*/ 2371460 w 7156079"/>
              <a:gd name="connsiteY3" fmla="*/ 690665 h 2743903"/>
              <a:gd name="connsiteX4" fmla="*/ 3563096 w 7156079"/>
              <a:gd name="connsiteY4" fmla="*/ 0 h 2743903"/>
              <a:gd name="connsiteX5" fmla="*/ 4758212 w 7156079"/>
              <a:gd name="connsiteY5" fmla="*/ 691367 h 2743903"/>
              <a:gd name="connsiteX6" fmla="*/ 4753348 w 7156079"/>
              <a:gd name="connsiteY6" fmla="*/ 2062967 h 2743903"/>
              <a:gd name="connsiteX7" fmla="*/ 5954714 w 7156079"/>
              <a:gd name="connsiteY7" fmla="*/ 2743903 h 2743903"/>
              <a:gd name="connsiteX8" fmla="*/ 7156079 w 7156079"/>
              <a:gd name="connsiteY8" fmla="*/ 2062967 h 2743903"/>
              <a:gd name="connsiteX0" fmla="*/ 0 w 7156079"/>
              <a:gd name="connsiteY0" fmla="*/ 2052537 h 2750857"/>
              <a:gd name="connsiteX1" fmla="*/ 1183297 w 7156079"/>
              <a:gd name="connsiteY1" fmla="*/ 1361873 h 2750857"/>
              <a:gd name="connsiteX2" fmla="*/ 2372162 w 7156079"/>
              <a:gd name="connsiteY2" fmla="*/ 2043495 h 2750857"/>
              <a:gd name="connsiteX3" fmla="*/ 2371460 w 7156079"/>
              <a:gd name="connsiteY3" fmla="*/ 697619 h 2750857"/>
              <a:gd name="connsiteX4" fmla="*/ 3559620 w 7156079"/>
              <a:gd name="connsiteY4" fmla="*/ 0 h 2750857"/>
              <a:gd name="connsiteX5" fmla="*/ 4758212 w 7156079"/>
              <a:gd name="connsiteY5" fmla="*/ 698321 h 2750857"/>
              <a:gd name="connsiteX6" fmla="*/ 4753348 w 7156079"/>
              <a:gd name="connsiteY6" fmla="*/ 2069921 h 2750857"/>
              <a:gd name="connsiteX7" fmla="*/ 5954714 w 7156079"/>
              <a:gd name="connsiteY7" fmla="*/ 2750857 h 2750857"/>
              <a:gd name="connsiteX8" fmla="*/ 7156079 w 7156079"/>
              <a:gd name="connsiteY8" fmla="*/ 2069921 h 2750857"/>
              <a:gd name="connsiteX0" fmla="*/ 0 w 7156079"/>
              <a:gd name="connsiteY0" fmla="*/ 2052537 h 2750857"/>
              <a:gd name="connsiteX1" fmla="*/ 1183297 w 7156079"/>
              <a:gd name="connsiteY1" fmla="*/ 1361873 h 2750857"/>
              <a:gd name="connsiteX2" fmla="*/ 2372162 w 7156079"/>
              <a:gd name="connsiteY2" fmla="*/ 2043495 h 2750857"/>
              <a:gd name="connsiteX3" fmla="*/ 2371460 w 7156079"/>
              <a:gd name="connsiteY3" fmla="*/ 697619 h 2750857"/>
              <a:gd name="connsiteX4" fmla="*/ 3559620 w 7156079"/>
              <a:gd name="connsiteY4" fmla="*/ 0 h 2750857"/>
              <a:gd name="connsiteX5" fmla="*/ 4751259 w 7156079"/>
              <a:gd name="connsiteY5" fmla="*/ 698321 h 2750857"/>
              <a:gd name="connsiteX6" fmla="*/ 4753348 w 7156079"/>
              <a:gd name="connsiteY6" fmla="*/ 2069921 h 2750857"/>
              <a:gd name="connsiteX7" fmla="*/ 5954714 w 7156079"/>
              <a:gd name="connsiteY7" fmla="*/ 2750857 h 2750857"/>
              <a:gd name="connsiteX8" fmla="*/ 7156079 w 7156079"/>
              <a:gd name="connsiteY8" fmla="*/ 2069921 h 2750857"/>
              <a:gd name="connsiteX0" fmla="*/ 0 w 7156079"/>
              <a:gd name="connsiteY0" fmla="*/ 2052537 h 2750857"/>
              <a:gd name="connsiteX1" fmla="*/ 1183297 w 7156079"/>
              <a:gd name="connsiteY1" fmla="*/ 1361873 h 2750857"/>
              <a:gd name="connsiteX2" fmla="*/ 2372162 w 7156079"/>
              <a:gd name="connsiteY2" fmla="*/ 2043495 h 2750857"/>
              <a:gd name="connsiteX3" fmla="*/ 2371460 w 7156079"/>
              <a:gd name="connsiteY3" fmla="*/ 697619 h 2750857"/>
              <a:gd name="connsiteX4" fmla="*/ 3559620 w 7156079"/>
              <a:gd name="connsiteY4" fmla="*/ 0 h 2750857"/>
              <a:gd name="connsiteX5" fmla="*/ 4751259 w 7156079"/>
              <a:gd name="connsiteY5" fmla="*/ 698321 h 2750857"/>
              <a:gd name="connsiteX6" fmla="*/ 4742917 w 7156079"/>
              <a:gd name="connsiteY6" fmla="*/ 2062967 h 2750857"/>
              <a:gd name="connsiteX7" fmla="*/ 5954714 w 7156079"/>
              <a:gd name="connsiteY7" fmla="*/ 2750857 h 2750857"/>
              <a:gd name="connsiteX8" fmla="*/ 7156079 w 7156079"/>
              <a:gd name="connsiteY8" fmla="*/ 2069921 h 2750857"/>
              <a:gd name="connsiteX0" fmla="*/ 0 w 7156079"/>
              <a:gd name="connsiteY0" fmla="*/ 2052537 h 2736950"/>
              <a:gd name="connsiteX1" fmla="*/ 1183297 w 7156079"/>
              <a:gd name="connsiteY1" fmla="*/ 1361873 h 2736950"/>
              <a:gd name="connsiteX2" fmla="*/ 2372162 w 7156079"/>
              <a:gd name="connsiteY2" fmla="*/ 2043495 h 2736950"/>
              <a:gd name="connsiteX3" fmla="*/ 2371460 w 7156079"/>
              <a:gd name="connsiteY3" fmla="*/ 697619 h 2736950"/>
              <a:gd name="connsiteX4" fmla="*/ 3559620 w 7156079"/>
              <a:gd name="connsiteY4" fmla="*/ 0 h 2736950"/>
              <a:gd name="connsiteX5" fmla="*/ 4751259 w 7156079"/>
              <a:gd name="connsiteY5" fmla="*/ 698321 h 2736950"/>
              <a:gd name="connsiteX6" fmla="*/ 4742917 w 7156079"/>
              <a:gd name="connsiteY6" fmla="*/ 2062967 h 2736950"/>
              <a:gd name="connsiteX7" fmla="*/ 5954714 w 7156079"/>
              <a:gd name="connsiteY7" fmla="*/ 2736950 h 2736950"/>
              <a:gd name="connsiteX8" fmla="*/ 7156079 w 7156079"/>
              <a:gd name="connsiteY8" fmla="*/ 2069921 h 2736950"/>
              <a:gd name="connsiteX0" fmla="*/ 0 w 7156079"/>
              <a:gd name="connsiteY0" fmla="*/ 2052537 h 2736950"/>
              <a:gd name="connsiteX1" fmla="*/ 1183297 w 7156079"/>
              <a:gd name="connsiteY1" fmla="*/ 1361873 h 2736950"/>
              <a:gd name="connsiteX2" fmla="*/ 2372162 w 7156079"/>
              <a:gd name="connsiteY2" fmla="*/ 2043495 h 2736950"/>
              <a:gd name="connsiteX3" fmla="*/ 2371460 w 7156079"/>
              <a:gd name="connsiteY3" fmla="*/ 697619 h 2736950"/>
              <a:gd name="connsiteX4" fmla="*/ 3559620 w 7156079"/>
              <a:gd name="connsiteY4" fmla="*/ 0 h 2736950"/>
              <a:gd name="connsiteX5" fmla="*/ 4751259 w 7156079"/>
              <a:gd name="connsiteY5" fmla="*/ 698321 h 2736950"/>
              <a:gd name="connsiteX6" fmla="*/ 4760301 w 7156079"/>
              <a:gd name="connsiteY6" fmla="*/ 2052536 h 2736950"/>
              <a:gd name="connsiteX7" fmla="*/ 5954714 w 7156079"/>
              <a:gd name="connsiteY7" fmla="*/ 2736950 h 2736950"/>
              <a:gd name="connsiteX8" fmla="*/ 7156079 w 7156079"/>
              <a:gd name="connsiteY8" fmla="*/ 2069921 h 2736950"/>
              <a:gd name="connsiteX0" fmla="*/ 0 w 7156079"/>
              <a:gd name="connsiteY0" fmla="*/ 2052537 h 2736950"/>
              <a:gd name="connsiteX1" fmla="*/ 1183297 w 7156079"/>
              <a:gd name="connsiteY1" fmla="*/ 1361873 h 2736950"/>
              <a:gd name="connsiteX2" fmla="*/ 2372162 w 7156079"/>
              <a:gd name="connsiteY2" fmla="*/ 2043495 h 2736950"/>
              <a:gd name="connsiteX3" fmla="*/ 2371460 w 7156079"/>
              <a:gd name="connsiteY3" fmla="*/ 697619 h 2736950"/>
              <a:gd name="connsiteX4" fmla="*/ 3559620 w 7156079"/>
              <a:gd name="connsiteY4" fmla="*/ 0 h 2736950"/>
              <a:gd name="connsiteX5" fmla="*/ 4751259 w 7156079"/>
              <a:gd name="connsiteY5" fmla="*/ 698321 h 2736950"/>
              <a:gd name="connsiteX6" fmla="*/ 4742917 w 7156079"/>
              <a:gd name="connsiteY6" fmla="*/ 2052536 h 2736950"/>
              <a:gd name="connsiteX7" fmla="*/ 5954714 w 7156079"/>
              <a:gd name="connsiteY7" fmla="*/ 2736950 h 2736950"/>
              <a:gd name="connsiteX8" fmla="*/ 7156079 w 7156079"/>
              <a:gd name="connsiteY8" fmla="*/ 2069921 h 2736950"/>
              <a:gd name="connsiteX0" fmla="*/ 0 w 7135218"/>
              <a:gd name="connsiteY0" fmla="*/ 2052537 h 2736950"/>
              <a:gd name="connsiteX1" fmla="*/ 1183297 w 7135218"/>
              <a:gd name="connsiteY1" fmla="*/ 1361873 h 2736950"/>
              <a:gd name="connsiteX2" fmla="*/ 2372162 w 7135218"/>
              <a:gd name="connsiteY2" fmla="*/ 2043495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6014 h 2736950"/>
              <a:gd name="connsiteX0" fmla="*/ 0 w 7124788"/>
              <a:gd name="connsiteY0" fmla="*/ 2052537 h 2736950"/>
              <a:gd name="connsiteX1" fmla="*/ 1183297 w 7124788"/>
              <a:gd name="connsiteY1" fmla="*/ 1361873 h 2736950"/>
              <a:gd name="connsiteX2" fmla="*/ 2372162 w 7124788"/>
              <a:gd name="connsiteY2" fmla="*/ 2043495 h 2736950"/>
              <a:gd name="connsiteX3" fmla="*/ 2371460 w 7124788"/>
              <a:gd name="connsiteY3" fmla="*/ 697619 h 2736950"/>
              <a:gd name="connsiteX4" fmla="*/ 3559620 w 7124788"/>
              <a:gd name="connsiteY4" fmla="*/ 0 h 2736950"/>
              <a:gd name="connsiteX5" fmla="*/ 4751259 w 7124788"/>
              <a:gd name="connsiteY5" fmla="*/ 698321 h 2736950"/>
              <a:gd name="connsiteX6" fmla="*/ 4742917 w 7124788"/>
              <a:gd name="connsiteY6" fmla="*/ 2052536 h 2736950"/>
              <a:gd name="connsiteX7" fmla="*/ 5954714 w 7124788"/>
              <a:gd name="connsiteY7" fmla="*/ 2736950 h 2736950"/>
              <a:gd name="connsiteX8" fmla="*/ 7124788 w 7124788"/>
              <a:gd name="connsiteY8" fmla="*/ 2045583 h 2736950"/>
              <a:gd name="connsiteX0" fmla="*/ 0 w 7135218"/>
              <a:gd name="connsiteY0" fmla="*/ 2052537 h 2736950"/>
              <a:gd name="connsiteX1" fmla="*/ 1183297 w 7135218"/>
              <a:gd name="connsiteY1" fmla="*/ 1361873 h 2736950"/>
              <a:gd name="connsiteX2" fmla="*/ 2372162 w 7135218"/>
              <a:gd name="connsiteY2" fmla="*/ 2043495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2536 h 2736950"/>
              <a:gd name="connsiteX0" fmla="*/ 0 w 7135218"/>
              <a:gd name="connsiteY0" fmla="*/ 2052537 h 2736950"/>
              <a:gd name="connsiteX1" fmla="*/ 1183297 w 7135218"/>
              <a:gd name="connsiteY1" fmla="*/ 1361873 h 2736950"/>
              <a:gd name="connsiteX2" fmla="*/ 2376070 w 7135218"/>
              <a:gd name="connsiteY2" fmla="*/ 2055218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2536 h 2736950"/>
              <a:gd name="connsiteX0" fmla="*/ 0 w 7135218"/>
              <a:gd name="connsiteY0" fmla="*/ 2067128 h 2736950"/>
              <a:gd name="connsiteX1" fmla="*/ 1183297 w 7135218"/>
              <a:gd name="connsiteY1" fmla="*/ 1361873 h 2736950"/>
              <a:gd name="connsiteX2" fmla="*/ 2376070 w 7135218"/>
              <a:gd name="connsiteY2" fmla="*/ 2055218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2536 h 2736950"/>
              <a:gd name="connsiteX0" fmla="*/ 0 w 7159537"/>
              <a:gd name="connsiteY0" fmla="*/ 2062264 h 2736950"/>
              <a:gd name="connsiteX1" fmla="*/ 1207616 w 7159537"/>
              <a:gd name="connsiteY1" fmla="*/ 1361873 h 2736950"/>
              <a:gd name="connsiteX2" fmla="*/ 2400389 w 7159537"/>
              <a:gd name="connsiteY2" fmla="*/ 2055218 h 2736950"/>
              <a:gd name="connsiteX3" fmla="*/ 2395779 w 7159537"/>
              <a:gd name="connsiteY3" fmla="*/ 697619 h 2736950"/>
              <a:gd name="connsiteX4" fmla="*/ 3583939 w 7159537"/>
              <a:gd name="connsiteY4" fmla="*/ 0 h 2736950"/>
              <a:gd name="connsiteX5" fmla="*/ 4775578 w 7159537"/>
              <a:gd name="connsiteY5" fmla="*/ 698321 h 2736950"/>
              <a:gd name="connsiteX6" fmla="*/ 4767236 w 7159537"/>
              <a:gd name="connsiteY6" fmla="*/ 2052536 h 2736950"/>
              <a:gd name="connsiteX7" fmla="*/ 5979033 w 7159537"/>
              <a:gd name="connsiteY7" fmla="*/ 2736950 h 2736950"/>
              <a:gd name="connsiteX8" fmla="*/ 7159537 w 7159537"/>
              <a:gd name="connsiteY8" fmla="*/ 2052536 h 2736950"/>
              <a:gd name="connsiteX0" fmla="*/ 0 w 7149809"/>
              <a:gd name="connsiteY0" fmla="*/ 2071991 h 2736950"/>
              <a:gd name="connsiteX1" fmla="*/ 1197888 w 7149809"/>
              <a:gd name="connsiteY1" fmla="*/ 1361873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22208 w 7149809"/>
              <a:gd name="connsiteY1" fmla="*/ 1357009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7344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7344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2480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2480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5823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7093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70930 w 7149809"/>
              <a:gd name="connsiteY5" fmla="*/ 698321 h 2736950"/>
              <a:gd name="connsiteX6" fmla="*/ 4757508 w 7149809"/>
              <a:gd name="connsiteY6" fmla="*/ 204745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52768"/>
              <a:gd name="connsiteY0" fmla="*/ 2063113 h 2736950"/>
              <a:gd name="connsiteX1" fmla="*/ 1197659 w 7152768"/>
              <a:gd name="connsiteY1" fmla="*/ 1371385 h 2736950"/>
              <a:gd name="connsiteX2" fmla="*/ 2393620 w 7152768"/>
              <a:gd name="connsiteY2" fmla="*/ 2055218 h 2736950"/>
              <a:gd name="connsiteX3" fmla="*/ 2389010 w 7152768"/>
              <a:gd name="connsiteY3" fmla="*/ 697619 h 2736950"/>
              <a:gd name="connsiteX4" fmla="*/ 3577170 w 7152768"/>
              <a:gd name="connsiteY4" fmla="*/ 0 h 2736950"/>
              <a:gd name="connsiteX5" fmla="*/ 4773889 w 7152768"/>
              <a:gd name="connsiteY5" fmla="*/ 698321 h 2736950"/>
              <a:gd name="connsiteX6" fmla="*/ 4760467 w 7152768"/>
              <a:gd name="connsiteY6" fmla="*/ 2047456 h 2736950"/>
              <a:gd name="connsiteX7" fmla="*/ 5972264 w 7152768"/>
              <a:gd name="connsiteY7" fmla="*/ 2736950 h 2736950"/>
              <a:gd name="connsiteX8" fmla="*/ 7152768 w 7152768"/>
              <a:gd name="connsiteY8" fmla="*/ 2052536 h 2736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152768" h="2736950">
                <a:moveTo>
                  <a:pt x="0" y="2063113"/>
                </a:moveTo>
                <a:cubicBezTo>
                  <a:pt x="405781" y="1831271"/>
                  <a:pt x="752967" y="1616359"/>
                  <a:pt x="1197659" y="1371385"/>
                </a:cubicBezTo>
                <a:lnTo>
                  <a:pt x="2393620" y="2055218"/>
                </a:lnTo>
                <a:cubicBezTo>
                  <a:pt x="2396863" y="1599639"/>
                  <a:pt x="2385767" y="1153198"/>
                  <a:pt x="2389010" y="697619"/>
                </a:cubicBezTo>
                <a:lnTo>
                  <a:pt x="3577170" y="0"/>
                </a:lnTo>
                <a:lnTo>
                  <a:pt x="4773889" y="698321"/>
                </a:lnTo>
                <a:cubicBezTo>
                  <a:pt x="4772268" y="1155521"/>
                  <a:pt x="4762088" y="1590256"/>
                  <a:pt x="4760467" y="2047456"/>
                </a:cubicBezTo>
                <a:lnTo>
                  <a:pt x="5972264" y="2736950"/>
                </a:lnTo>
                <a:lnTo>
                  <a:pt x="7152768" y="2052536"/>
                </a:lnTo>
              </a:path>
            </a:pathLst>
          </a:custGeom>
          <a:noFill/>
          <a:ln w="38100" cap="flat" cmpd="sng" algn="ctr">
            <a:solidFill>
              <a:schemeClr val="accent6">
                <a:lumMod val="10000"/>
                <a:lumOff val="90000"/>
              </a:schemeClr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ru-RU"/>
            </a:pPr>
            <a:endParaRPr kumimoji="0" lang="ru-RU" sz="1800" b="1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72" name="Полилиния: Фигура 31">
            <a:extLst>
              <a:ext uri="{FF2B5EF4-FFF2-40B4-BE49-F238E27FC236}">
                <a16:creationId xmlns:a16="http://schemas.microsoft.com/office/drawing/2014/main" id="{274DD645-8640-45D5-9B60-F31EC01D3CC0}"/>
              </a:ext>
            </a:extLst>
          </p:cNvPr>
          <p:cNvSpPr/>
          <p:nvPr userDrawn="1"/>
        </p:nvSpPr>
        <p:spPr>
          <a:xfrm>
            <a:off x="8440979" y="1677475"/>
            <a:ext cx="2373549" cy="2062264"/>
          </a:xfrm>
          <a:custGeom>
            <a:avLst/>
            <a:gdLst>
              <a:gd name="connsiteX0" fmla="*/ 2373549 w 2373549"/>
              <a:gd name="connsiteY0" fmla="*/ 680936 h 2062264"/>
              <a:gd name="connsiteX1" fmla="*/ 1186774 w 2373549"/>
              <a:gd name="connsiteY1" fmla="*/ 0 h 2062264"/>
              <a:gd name="connsiteX2" fmla="*/ 0 w 2373549"/>
              <a:gd name="connsiteY2" fmla="*/ 690664 h 2062264"/>
              <a:gd name="connsiteX3" fmla="*/ 0 w 2373549"/>
              <a:gd name="connsiteY3" fmla="*/ 2062264 h 2062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73549" h="2062264">
                <a:moveTo>
                  <a:pt x="2373549" y="680936"/>
                </a:moveTo>
                <a:lnTo>
                  <a:pt x="1186774" y="0"/>
                </a:lnTo>
                <a:lnTo>
                  <a:pt x="0" y="690664"/>
                </a:lnTo>
                <a:lnTo>
                  <a:pt x="0" y="2062264"/>
                </a:lnTo>
              </a:path>
            </a:pathLst>
          </a:custGeom>
          <a:noFill/>
          <a:ln w="38100" cap="flat" cmpd="sng" algn="ctr">
            <a:solidFill>
              <a:schemeClr val="accent6">
                <a:lumMod val="10000"/>
                <a:lumOff val="90000"/>
              </a:schemeClr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ru-RU"/>
            </a:pPr>
            <a:endParaRPr kumimoji="0" lang="ru-RU" sz="1800" b="1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73" name="Полилиния: Фигура 34">
            <a:extLst>
              <a:ext uri="{FF2B5EF4-FFF2-40B4-BE49-F238E27FC236}">
                <a16:creationId xmlns:a16="http://schemas.microsoft.com/office/drawing/2014/main" id="{71C09F09-7119-47FD-8E60-E4A92C9A3119}"/>
              </a:ext>
            </a:extLst>
          </p:cNvPr>
          <p:cNvSpPr/>
          <p:nvPr userDrawn="1"/>
        </p:nvSpPr>
        <p:spPr>
          <a:xfrm flipH="1">
            <a:off x="10715501" y="2243467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ru-RU"/>
            </a:pPr>
            <a:endParaRPr kumimoji="0" lang="ru-RU" sz="1800" b="1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74" name="Полилиния: Фигура 45">
            <a:extLst>
              <a:ext uri="{FF2B5EF4-FFF2-40B4-BE49-F238E27FC236}">
                <a16:creationId xmlns:a16="http://schemas.microsoft.com/office/drawing/2014/main" id="{E99BCE04-19B9-4541-925F-AC59CF760E7F}"/>
              </a:ext>
            </a:extLst>
          </p:cNvPr>
          <p:cNvSpPr/>
          <p:nvPr userDrawn="1"/>
        </p:nvSpPr>
        <p:spPr>
          <a:xfrm flipH="1">
            <a:off x="9534557" y="1571099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ru-RU"/>
            </a:pPr>
            <a:endParaRPr kumimoji="0" lang="ru-RU" sz="1800" b="1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75" name="Полилиния: Фигура 46">
            <a:extLst>
              <a:ext uri="{FF2B5EF4-FFF2-40B4-BE49-F238E27FC236}">
                <a16:creationId xmlns:a16="http://schemas.microsoft.com/office/drawing/2014/main" id="{F2B610BB-26F6-44A5-B7DB-CEEDCAE916ED}"/>
              </a:ext>
            </a:extLst>
          </p:cNvPr>
          <p:cNvSpPr/>
          <p:nvPr userDrawn="1"/>
        </p:nvSpPr>
        <p:spPr>
          <a:xfrm flipH="1">
            <a:off x="8328171" y="2258376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ru-RU"/>
            </a:pPr>
            <a:endParaRPr kumimoji="0" lang="ru-RU" sz="1800" b="1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76" name="Полилиния: Фигура 47">
            <a:extLst>
              <a:ext uri="{FF2B5EF4-FFF2-40B4-BE49-F238E27FC236}">
                <a16:creationId xmlns:a16="http://schemas.microsoft.com/office/drawing/2014/main" id="{C979636C-DE09-47B7-8972-BAE28DFA91DF}"/>
              </a:ext>
            </a:extLst>
          </p:cNvPr>
          <p:cNvSpPr/>
          <p:nvPr userDrawn="1"/>
        </p:nvSpPr>
        <p:spPr>
          <a:xfrm flipH="1">
            <a:off x="8333460" y="3610854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ru-RU"/>
            </a:pPr>
            <a:endParaRPr kumimoji="0" lang="ru-RU" sz="1800" b="1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77" name="Полилиния: Фигура 48">
            <a:extLst>
              <a:ext uri="{FF2B5EF4-FFF2-40B4-BE49-F238E27FC236}">
                <a16:creationId xmlns:a16="http://schemas.microsoft.com/office/drawing/2014/main" id="{01B12467-C508-4D89-94B3-6D23C6199703}"/>
              </a:ext>
            </a:extLst>
          </p:cNvPr>
          <p:cNvSpPr/>
          <p:nvPr userDrawn="1"/>
        </p:nvSpPr>
        <p:spPr>
          <a:xfrm flipH="1">
            <a:off x="7146016" y="429086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ru-RU"/>
            </a:pPr>
            <a:endParaRPr kumimoji="0" lang="ru-RU" sz="1800" b="1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78" name="Полилиния: Фигура 49">
            <a:extLst>
              <a:ext uri="{FF2B5EF4-FFF2-40B4-BE49-F238E27FC236}">
                <a16:creationId xmlns:a16="http://schemas.microsoft.com/office/drawing/2014/main" id="{9EA72422-90A8-454F-8133-112CD2B85BEA}"/>
              </a:ext>
            </a:extLst>
          </p:cNvPr>
          <p:cNvSpPr/>
          <p:nvPr userDrawn="1"/>
        </p:nvSpPr>
        <p:spPr>
          <a:xfrm flipH="1">
            <a:off x="5937847" y="361339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ru-RU"/>
            </a:pPr>
            <a:endParaRPr kumimoji="0" lang="ru-RU" sz="1800" b="1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79" name="Полилиния: фигура 50">
            <a:extLst>
              <a:ext uri="{FF2B5EF4-FFF2-40B4-BE49-F238E27FC236}">
                <a16:creationId xmlns:a16="http://schemas.microsoft.com/office/drawing/2014/main" id="{3C67727D-D0D9-4CA6-99EE-0B89D465A706}"/>
              </a:ext>
            </a:extLst>
          </p:cNvPr>
          <p:cNvSpPr/>
          <p:nvPr userDrawn="1"/>
        </p:nvSpPr>
        <p:spPr>
          <a:xfrm flipH="1">
            <a:off x="5951993" y="225130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ru-RU"/>
            </a:pPr>
            <a:endParaRPr kumimoji="0" lang="ru-RU" sz="1800" b="1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80" name="Полилиния: фигура 51">
            <a:extLst>
              <a:ext uri="{FF2B5EF4-FFF2-40B4-BE49-F238E27FC236}">
                <a16:creationId xmlns:a16="http://schemas.microsoft.com/office/drawing/2014/main" id="{C88A67D0-B01F-4CC8-B248-2CF85911F456}"/>
              </a:ext>
            </a:extLst>
          </p:cNvPr>
          <p:cNvSpPr/>
          <p:nvPr userDrawn="1"/>
        </p:nvSpPr>
        <p:spPr>
          <a:xfrm flipH="1">
            <a:off x="4778156" y="1565771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ru-RU"/>
            </a:pPr>
            <a:endParaRPr kumimoji="0" lang="ru-RU" sz="1800" b="1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81" name="Полилиния: Фигура 52">
            <a:extLst>
              <a:ext uri="{FF2B5EF4-FFF2-40B4-BE49-F238E27FC236}">
                <a16:creationId xmlns:a16="http://schemas.microsoft.com/office/drawing/2014/main" id="{DBF6CA39-E979-4287-833E-20A9B455F7D6}"/>
              </a:ext>
            </a:extLst>
          </p:cNvPr>
          <p:cNvSpPr/>
          <p:nvPr userDrawn="1"/>
        </p:nvSpPr>
        <p:spPr>
          <a:xfrm flipH="1">
            <a:off x="3565843" y="2247823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ru-RU"/>
            </a:pPr>
            <a:endParaRPr kumimoji="0" lang="ru-RU" sz="1800" b="1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82" name="Полилиния: фигура 53">
            <a:extLst>
              <a:ext uri="{FF2B5EF4-FFF2-40B4-BE49-F238E27FC236}">
                <a16:creationId xmlns:a16="http://schemas.microsoft.com/office/drawing/2014/main" id="{9EAA4E60-7510-4920-A426-5630491CFAC2}"/>
              </a:ext>
            </a:extLst>
          </p:cNvPr>
          <p:cNvSpPr/>
          <p:nvPr userDrawn="1"/>
        </p:nvSpPr>
        <p:spPr>
          <a:xfrm flipH="1">
            <a:off x="3565952" y="361339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ru-RU"/>
            </a:pPr>
            <a:endParaRPr kumimoji="0" lang="ru-RU" sz="1800" b="1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83" name="Полилиния: Фигура 54">
            <a:extLst>
              <a:ext uri="{FF2B5EF4-FFF2-40B4-BE49-F238E27FC236}">
                <a16:creationId xmlns:a16="http://schemas.microsoft.com/office/drawing/2014/main" id="{322F7ECD-1942-42EE-B5E0-FC1E0206BFFD}"/>
              </a:ext>
            </a:extLst>
          </p:cNvPr>
          <p:cNvSpPr/>
          <p:nvPr userDrawn="1"/>
        </p:nvSpPr>
        <p:spPr>
          <a:xfrm flipH="1">
            <a:off x="2386318" y="2962784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ru-RU"/>
            </a:pPr>
            <a:endParaRPr kumimoji="0" lang="ru-RU" sz="1800" b="1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84" name="Полилиния: Фигура 55">
            <a:extLst>
              <a:ext uri="{FF2B5EF4-FFF2-40B4-BE49-F238E27FC236}">
                <a16:creationId xmlns:a16="http://schemas.microsoft.com/office/drawing/2014/main" id="{2465D6BD-72DA-4C13-97C2-7CF8D7F2F0C4}"/>
              </a:ext>
            </a:extLst>
          </p:cNvPr>
          <p:cNvSpPr/>
          <p:nvPr userDrawn="1"/>
        </p:nvSpPr>
        <p:spPr>
          <a:xfrm flipH="1">
            <a:off x="1190302" y="361221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ru-RU"/>
            </a:pPr>
            <a:endParaRPr kumimoji="0" lang="ru-RU" sz="1800" b="1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85" name="Контент 47" descr="Щелкните значок, чтобы добавить фото">
            <a:extLst>
              <a:ext uri="{FF2B5EF4-FFF2-40B4-BE49-F238E27FC236}">
                <a16:creationId xmlns:a16="http://schemas.microsoft.com/office/drawing/2014/main" id="{E7C6BEEA-1766-44A1-A28D-2E817DBF226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507136" y="3865003"/>
            <a:ext cx="1877575" cy="506399"/>
          </a:xfrm>
          <a:prstGeom prst="rect">
            <a:avLst/>
          </a:prstGeom>
        </p:spPr>
        <p:txBody>
          <a:bodyPr rtlCol="0"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lang="ru-RU" sz="1800" b="1">
                <a:solidFill>
                  <a:schemeClr val="accent6"/>
                </a:solidFill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/>
              <a:t>Образец заголовка </a:t>
            </a:r>
          </a:p>
        </p:txBody>
      </p:sp>
      <p:sp>
        <p:nvSpPr>
          <p:cNvPr id="86" name="Контент 47">
            <a:extLst>
              <a:ext uri="{FF2B5EF4-FFF2-40B4-BE49-F238E27FC236}">
                <a16:creationId xmlns:a16="http://schemas.microsoft.com/office/drawing/2014/main" id="{597D4D7A-8D7E-492C-8795-D491CF53B5F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507136" y="4447079"/>
            <a:ext cx="1877575" cy="506399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ru-RU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ru-RU"/>
              <a:t>Щелкните, чтобы изменить стили текста образца слайда </a:t>
            </a:r>
          </a:p>
        </p:txBody>
      </p:sp>
      <p:sp>
        <p:nvSpPr>
          <p:cNvPr id="87" name="Контент 47" descr="Щелкните значок, чтобы добавить фото">
            <a:extLst>
              <a:ext uri="{FF2B5EF4-FFF2-40B4-BE49-F238E27FC236}">
                <a16:creationId xmlns:a16="http://schemas.microsoft.com/office/drawing/2014/main" id="{A7396594-2DE7-4DB9-B6B4-92F63F06EFC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889942" y="2355643"/>
            <a:ext cx="1877575" cy="506399"/>
          </a:xfrm>
          <a:prstGeom prst="rect">
            <a:avLst/>
          </a:prstGeom>
        </p:spPr>
        <p:txBody>
          <a:bodyPr rtlCol="0"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lang="ru-RU" sz="1800" b="1">
                <a:solidFill>
                  <a:schemeClr val="accent6"/>
                </a:solidFill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/>
              <a:t>Образец заголовка </a:t>
            </a:r>
          </a:p>
        </p:txBody>
      </p:sp>
      <p:sp>
        <p:nvSpPr>
          <p:cNvPr id="88" name="Контент 47">
            <a:extLst>
              <a:ext uri="{FF2B5EF4-FFF2-40B4-BE49-F238E27FC236}">
                <a16:creationId xmlns:a16="http://schemas.microsoft.com/office/drawing/2014/main" id="{CC680CF7-ED60-4FFF-B04E-B24ECDDD3512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889942" y="2937719"/>
            <a:ext cx="1877575" cy="506399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lnSpc>
                <a:spcPct val="90000"/>
              </a:lnSpc>
              <a:buNone/>
              <a:defRPr lang="ru-RU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ru-RU"/>
              <a:t>Щелкните, чтобы изменить стили текста образца слайда </a:t>
            </a:r>
          </a:p>
        </p:txBody>
      </p:sp>
      <p:sp>
        <p:nvSpPr>
          <p:cNvPr id="89" name="Контент 47" descr="Щелкните значок, чтобы добавить фото">
            <a:extLst>
              <a:ext uri="{FF2B5EF4-FFF2-40B4-BE49-F238E27FC236}">
                <a16:creationId xmlns:a16="http://schemas.microsoft.com/office/drawing/2014/main" id="{042E6E66-3835-45DF-80D9-C4AFDF3401FF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107230" y="4469081"/>
            <a:ext cx="1877575" cy="506399"/>
          </a:xfrm>
          <a:prstGeom prst="rect">
            <a:avLst/>
          </a:prstGeom>
        </p:spPr>
        <p:txBody>
          <a:bodyPr rtlCol="0"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lang="ru-RU" sz="1800" b="1">
                <a:solidFill>
                  <a:schemeClr val="accent6"/>
                </a:solidFill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/>
              <a:t>Образец заголовка </a:t>
            </a:r>
          </a:p>
        </p:txBody>
      </p:sp>
      <p:sp>
        <p:nvSpPr>
          <p:cNvPr id="90" name="Контент 47">
            <a:extLst>
              <a:ext uri="{FF2B5EF4-FFF2-40B4-BE49-F238E27FC236}">
                <a16:creationId xmlns:a16="http://schemas.microsoft.com/office/drawing/2014/main" id="{A6E85C70-1784-4A0C-8897-EDE98D39BC0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107230" y="5051157"/>
            <a:ext cx="1877575" cy="506399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ru-RU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ru-RU"/>
              <a:t>Щелкните, чтобы изменить стили текста образца слайда </a:t>
            </a:r>
          </a:p>
        </p:txBody>
      </p:sp>
      <p:sp>
        <p:nvSpPr>
          <p:cNvPr id="91" name="Контент 47" descr="Щелкните значок, чтобы добавить фото">
            <a:extLst>
              <a:ext uri="{FF2B5EF4-FFF2-40B4-BE49-F238E27FC236}">
                <a16:creationId xmlns:a16="http://schemas.microsoft.com/office/drawing/2014/main" id="{4CD55BC2-05D0-49CB-B0A5-C96ACB411B57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501941" y="4469081"/>
            <a:ext cx="1877575" cy="506399"/>
          </a:xfrm>
          <a:prstGeom prst="rect">
            <a:avLst/>
          </a:prstGeom>
        </p:spPr>
        <p:txBody>
          <a:bodyPr rtlCol="0"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lang="ru-RU" sz="1800" b="1">
                <a:solidFill>
                  <a:schemeClr val="accent6"/>
                </a:solidFill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/>
              <a:t>Образец заголовка </a:t>
            </a:r>
          </a:p>
        </p:txBody>
      </p:sp>
      <p:sp>
        <p:nvSpPr>
          <p:cNvPr id="92" name="Контент 47">
            <a:extLst>
              <a:ext uri="{FF2B5EF4-FFF2-40B4-BE49-F238E27FC236}">
                <a16:creationId xmlns:a16="http://schemas.microsoft.com/office/drawing/2014/main" id="{49DB7120-2F2C-4F89-AA8C-ABC4F3FF25F3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501941" y="5051157"/>
            <a:ext cx="1877575" cy="506399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ru-RU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ru-RU"/>
              <a:t>Щелкните, чтобы изменить стили текста образца слайда </a:t>
            </a:r>
          </a:p>
        </p:txBody>
      </p:sp>
      <p:sp>
        <p:nvSpPr>
          <p:cNvPr id="93" name="Контент 47" descr="Щелкните значок, чтобы добавить фото">
            <a:extLst>
              <a:ext uri="{FF2B5EF4-FFF2-40B4-BE49-F238E27FC236}">
                <a16:creationId xmlns:a16="http://schemas.microsoft.com/office/drawing/2014/main" id="{AEB1F7BA-7D83-4C23-A72B-82DF9377E9C3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734718" y="2355643"/>
            <a:ext cx="1877575" cy="506399"/>
          </a:xfrm>
          <a:prstGeom prst="rect">
            <a:avLst/>
          </a:prstGeom>
        </p:spPr>
        <p:txBody>
          <a:bodyPr rtlCol="0"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lang="ru-RU" sz="1800" b="1">
                <a:solidFill>
                  <a:schemeClr val="accent6"/>
                </a:solidFill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/>
              <a:t>Образец заголовка </a:t>
            </a:r>
          </a:p>
        </p:txBody>
      </p:sp>
      <p:sp>
        <p:nvSpPr>
          <p:cNvPr id="94" name="Контент 47">
            <a:extLst>
              <a:ext uri="{FF2B5EF4-FFF2-40B4-BE49-F238E27FC236}">
                <a16:creationId xmlns:a16="http://schemas.microsoft.com/office/drawing/2014/main" id="{7C32F3EB-1AC3-40E9-B66D-ADB19CC74F0F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734718" y="2937719"/>
            <a:ext cx="1877575" cy="506399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ru-RU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ru-RU"/>
              <a:t>Щелкните, чтобы изменить стили текста образца слайда 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7E7569-B8BF-39D0-D742-EF98B83E4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914" y="726705"/>
            <a:ext cx="10515600" cy="1205058"/>
          </a:xfrm>
        </p:spPr>
        <p:txBody>
          <a:bodyPr rtlCol="0" anchor="t">
            <a:noAutofit/>
          </a:bodyPr>
          <a:lstStyle>
            <a:lvl1pPr algn="l">
              <a:defRPr lang="ru-RU">
                <a:solidFill>
                  <a:schemeClr val="accent6"/>
                </a:solidFill>
              </a:defRPr>
            </a:lvl1pPr>
          </a:lstStyle>
          <a:p>
            <a:pPr rtl="0"/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9FC159C7-D006-5B5F-1FEA-689C432B8C8C}"/>
              </a:ext>
            </a:extLst>
          </p:cNvPr>
          <p:cNvSpPr>
            <a:spLocks noGrp="1"/>
          </p:cNvSpPr>
          <p:nvPr>
            <p:ph type="ftr" sz="quarter" idx="46"/>
          </p:nvPr>
        </p:nvSpPr>
        <p:spPr/>
        <p:txBody>
          <a:bodyPr rtlCol="0">
            <a:noAutofit/>
          </a:bodyPr>
          <a:lstStyle>
            <a:lvl1pPr>
              <a:defRPr lang="ru-RU">
                <a:solidFill>
                  <a:schemeClr val="accent6"/>
                </a:solidFill>
              </a:defRPr>
            </a:lvl1pPr>
          </a:lstStyle>
          <a:p>
            <a:pPr rtl="0"/>
            <a:r>
              <a:rPr lang="ru-RU"/>
              <a:t>Заголовок презентации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F0EBABD-E264-2C96-1139-289A712F35B7}"/>
              </a:ext>
            </a:extLst>
          </p:cNvPr>
          <p:cNvSpPr>
            <a:spLocks noGrp="1"/>
          </p:cNvSpPr>
          <p:nvPr>
            <p:ph type="sldNum" sz="quarter" idx="47"/>
          </p:nvPr>
        </p:nvSpPr>
        <p:spPr/>
        <p:txBody>
          <a:bodyPr rtlCol="0">
            <a:noAutofit/>
          </a:bodyPr>
          <a:lstStyle>
            <a:lvl1pPr>
              <a:defRPr lang="ru-RU">
                <a:solidFill>
                  <a:schemeClr val="accent6"/>
                </a:solidFill>
              </a:defRPr>
            </a:lvl1pPr>
          </a:lstStyle>
          <a:p>
            <a:pPr rtl="0"/>
            <a:fld id="{47FEACEE-25B4-4A2D-B147-27296E36371D}" type="slidenum">
              <a:rPr lang="ru-RU" altLang="zh-CN" smtClean="0"/>
              <a:pPr/>
              <a:t>‹#›</a:t>
            </a:fld>
            <a:endParaRPr lang="ru-RU" altLang="zh-CN" dirty="0"/>
          </a:p>
        </p:txBody>
      </p:sp>
    </p:spTree>
    <p:extLst>
      <p:ext uri="{BB962C8B-B14F-4D97-AF65-F5344CB8AC3E}">
        <p14:creationId xmlns:p14="http://schemas.microsoft.com/office/powerpoint/2010/main" val="18521408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нтент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олилиния: Фигура 19">
            <a:extLst>
              <a:ext uri="{FF2B5EF4-FFF2-40B4-BE49-F238E27FC236}">
                <a16:creationId xmlns:a16="http://schemas.microsoft.com/office/drawing/2014/main" id="{F38B75F8-75D4-4B41-B7C7-433032DD0A6F}"/>
              </a:ext>
            </a:extLst>
          </p:cNvPr>
          <p:cNvSpPr/>
          <p:nvPr userDrawn="1"/>
        </p:nvSpPr>
        <p:spPr>
          <a:xfrm flipH="1">
            <a:off x="769290" y="491100"/>
            <a:ext cx="1886361" cy="221318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dirty="0">
              <a:solidFill>
                <a:schemeClr val="accent6"/>
              </a:solidFill>
            </a:endParaRPr>
          </a:p>
        </p:txBody>
      </p:sp>
      <p:sp>
        <p:nvSpPr>
          <p:cNvPr id="8" name="Полилиния: Фигура 24">
            <a:extLst>
              <a:ext uri="{FF2B5EF4-FFF2-40B4-BE49-F238E27FC236}">
                <a16:creationId xmlns:a16="http://schemas.microsoft.com/office/drawing/2014/main" id="{671D1224-EDDC-4900-92DC-13608D44C524}"/>
              </a:ext>
            </a:extLst>
          </p:cNvPr>
          <p:cNvSpPr/>
          <p:nvPr userDrawn="1"/>
        </p:nvSpPr>
        <p:spPr>
          <a:xfrm flipH="1">
            <a:off x="783145" y="4057904"/>
            <a:ext cx="1886359" cy="221318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dirty="0">
              <a:solidFill>
                <a:schemeClr val="accent6"/>
              </a:solidFill>
            </a:endParaRPr>
          </a:p>
        </p:txBody>
      </p:sp>
      <p:sp>
        <p:nvSpPr>
          <p:cNvPr id="15" name="Полилиния 14">
            <a:extLst>
              <a:ext uri="{FF2B5EF4-FFF2-40B4-BE49-F238E27FC236}">
                <a16:creationId xmlns:a16="http://schemas.microsoft.com/office/drawing/2014/main" id="{635A9E44-4E60-1AD1-0B85-72422683B48A}"/>
              </a:ext>
            </a:extLst>
          </p:cNvPr>
          <p:cNvSpPr/>
          <p:nvPr userDrawn="1"/>
        </p:nvSpPr>
        <p:spPr>
          <a:xfrm flipH="1">
            <a:off x="0" y="3709992"/>
            <a:ext cx="1157948" cy="1502830"/>
          </a:xfrm>
          <a:custGeom>
            <a:avLst/>
            <a:gdLst>
              <a:gd name="connsiteX0" fmla="*/ 638572 w 1157948"/>
              <a:gd name="connsiteY0" fmla="*/ 0 h 1502830"/>
              <a:gd name="connsiteX1" fmla="*/ 0 w 1157948"/>
              <a:gd name="connsiteY1" fmla="*/ 378385 h 1502830"/>
              <a:gd name="connsiteX2" fmla="*/ 0 w 1157948"/>
              <a:gd name="connsiteY2" fmla="*/ 1129800 h 1502830"/>
              <a:gd name="connsiteX3" fmla="*/ 640317 w 1157948"/>
              <a:gd name="connsiteY3" fmla="*/ 1502830 h 1502830"/>
              <a:gd name="connsiteX4" fmla="*/ 1157948 w 1157948"/>
              <a:gd name="connsiteY4" fmla="*/ 1200968 h 1502830"/>
              <a:gd name="connsiteX5" fmla="*/ 1157948 w 1157948"/>
              <a:gd name="connsiteY5" fmla="*/ 304639 h 1502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57948" h="1502830">
                <a:moveTo>
                  <a:pt x="638572" y="0"/>
                </a:moveTo>
                <a:lnTo>
                  <a:pt x="0" y="378385"/>
                </a:lnTo>
                <a:lnTo>
                  <a:pt x="0" y="1129800"/>
                </a:lnTo>
                <a:lnTo>
                  <a:pt x="640317" y="1502830"/>
                </a:lnTo>
                <a:lnTo>
                  <a:pt x="1157948" y="1200968"/>
                </a:lnTo>
                <a:lnTo>
                  <a:pt x="1157948" y="304639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dirty="0">
              <a:solidFill>
                <a:schemeClr val="accent6"/>
              </a:solidFill>
            </a:endParaRPr>
          </a:p>
        </p:txBody>
      </p:sp>
      <p:sp>
        <p:nvSpPr>
          <p:cNvPr id="21" name="Подзаголовок 47" descr="Щелкните значок, чтобы добавить фото">
            <a:extLst>
              <a:ext uri="{FF2B5EF4-FFF2-40B4-BE49-F238E27FC236}">
                <a16:creationId xmlns:a16="http://schemas.microsoft.com/office/drawing/2014/main" id="{0C7786BA-5E56-47AA-AE47-4EC07A0D4FA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50705" y="3625598"/>
            <a:ext cx="2653545" cy="587964"/>
          </a:xfrm>
          <a:prstGeom prst="rect">
            <a:avLst/>
          </a:prstGeom>
        </p:spPr>
        <p:txBody>
          <a:bodyPr rtlCol="0" anchor="b">
            <a:noAutofit/>
          </a:bodyPr>
          <a:lstStyle>
            <a:lvl1pPr marL="0" indent="0" algn="l">
              <a:lnSpc>
                <a:spcPct val="100000"/>
              </a:lnSpc>
              <a:buNone/>
              <a:defRPr lang="ru-RU" sz="1800" b="1">
                <a:solidFill>
                  <a:schemeClr val="accent6"/>
                </a:solidFill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/>
              <a:t>Образец заголовка </a:t>
            </a:r>
          </a:p>
        </p:txBody>
      </p:sp>
      <p:sp>
        <p:nvSpPr>
          <p:cNvPr id="23" name="Контент 47">
            <a:extLst>
              <a:ext uri="{FF2B5EF4-FFF2-40B4-BE49-F238E27FC236}">
                <a16:creationId xmlns:a16="http://schemas.microsoft.com/office/drawing/2014/main" id="{880214CF-87DD-476A-9B2E-A58DB313A61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50705" y="4246516"/>
            <a:ext cx="2653545" cy="1727103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ru-RU" sz="1400" b="0">
                <a:solidFill>
                  <a:schemeClr val="accent6"/>
                </a:solidFill>
                <a:latin typeface="+mn-lt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/>
              <a:t>Щелкните, чтобы изменить стили текста образца слайда </a:t>
            </a:r>
          </a:p>
        </p:txBody>
      </p:sp>
      <p:sp>
        <p:nvSpPr>
          <p:cNvPr id="37" name="Рисунок">
            <a:extLst>
              <a:ext uri="{FF2B5EF4-FFF2-40B4-BE49-F238E27FC236}">
                <a16:creationId xmlns:a16="http://schemas.microsoft.com/office/drawing/2014/main" id="{264CF63C-079E-41AA-AA9A-762A765E699F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1788170" y="2296125"/>
            <a:ext cx="1886360" cy="2144668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rtlCol="0" anchor="ctr">
            <a:noAutofit/>
          </a:bodyPr>
          <a:lstStyle>
            <a:lvl1pPr marL="0" indent="0" algn="ctr">
              <a:buNone/>
              <a:defRPr lang="ru-RU" sz="1000">
                <a:solidFill>
                  <a:schemeClr val="accent6"/>
                </a:solidFill>
              </a:defRPr>
            </a:lvl1pPr>
          </a:lstStyle>
          <a:p>
            <a:pPr rtl="0"/>
            <a:r>
              <a:rPr lang="ru-RU"/>
              <a:t>Вставка рисунка</a:t>
            </a:r>
            <a:endParaRPr lang="ru-RU" altLang="en-US"/>
          </a:p>
        </p:txBody>
      </p:sp>
      <p:sp>
        <p:nvSpPr>
          <p:cNvPr id="17" name="Заголовок 1">
            <a:extLst>
              <a:ext uri="{FF2B5EF4-FFF2-40B4-BE49-F238E27FC236}">
                <a16:creationId xmlns:a16="http://schemas.microsoft.com/office/drawing/2014/main" id="{D041C638-CBB8-1159-9AF8-B5D14CC7BE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0704" y="1690878"/>
            <a:ext cx="6599429" cy="1325563"/>
          </a:xfrm>
        </p:spPr>
        <p:txBody>
          <a:bodyPr rtlCol="0" anchor="b">
            <a:noAutofit/>
          </a:bodyPr>
          <a:lstStyle>
            <a:lvl1pPr>
              <a:defRPr lang="ru-RU">
                <a:solidFill>
                  <a:schemeClr val="accent6"/>
                </a:solidFill>
              </a:defRPr>
            </a:lvl1pPr>
          </a:lstStyle>
          <a:p>
            <a:pPr rtl="0"/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18" name="Подзаголовок 47" descr="Щелкните значок, чтобы добавить фото">
            <a:extLst>
              <a:ext uri="{FF2B5EF4-FFF2-40B4-BE49-F238E27FC236}">
                <a16:creationId xmlns:a16="http://schemas.microsoft.com/office/drawing/2014/main" id="{3C2C4001-E56F-4174-01AA-4630360BFF48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7811506" y="3625598"/>
            <a:ext cx="2653545" cy="587964"/>
          </a:xfrm>
          <a:prstGeom prst="rect">
            <a:avLst/>
          </a:prstGeom>
        </p:spPr>
        <p:txBody>
          <a:bodyPr rtlCol="0" anchor="b">
            <a:noAutofit/>
          </a:bodyPr>
          <a:lstStyle>
            <a:lvl1pPr marL="0" indent="0" algn="l">
              <a:lnSpc>
                <a:spcPct val="100000"/>
              </a:lnSpc>
              <a:buNone/>
              <a:defRPr lang="ru-RU" sz="1800" b="1">
                <a:solidFill>
                  <a:schemeClr val="accent6"/>
                </a:solidFill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/>
              <a:t>Образец заголовка </a:t>
            </a:r>
          </a:p>
        </p:txBody>
      </p:sp>
      <p:sp>
        <p:nvSpPr>
          <p:cNvPr id="20" name="Контент 47">
            <a:extLst>
              <a:ext uri="{FF2B5EF4-FFF2-40B4-BE49-F238E27FC236}">
                <a16:creationId xmlns:a16="http://schemas.microsoft.com/office/drawing/2014/main" id="{02DFC856-C546-62E9-220F-7A668D34905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7811506" y="4246516"/>
            <a:ext cx="2653545" cy="1727103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ru-RU" sz="1400" b="0">
                <a:solidFill>
                  <a:schemeClr val="accent6"/>
                </a:solidFill>
                <a:latin typeface="+mn-lt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/>
              <a:t>Щелкните, чтобы изменить стили текста образца слайда 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507335A-F59E-2A6C-D2D6-F10391DA8D69}"/>
              </a:ext>
            </a:extLst>
          </p:cNvPr>
          <p:cNvSpPr>
            <a:spLocks noGrp="1"/>
          </p:cNvSpPr>
          <p:nvPr>
            <p:ph type="sldNum" sz="quarter" idx="55"/>
          </p:nvPr>
        </p:nvSpPr>
        <p:spPr/>
        <p:txBody>
          <a:bodyPr rtlCol="0">
            <a:noAutofit/>
          </a:bodyPr>
          <a:lstStyle>
            <a:lvl1pPr>
              <a:defRPr lang="ru-RU">
                <a:solidFill>
                  <a:schemeClr val="accent6"/>
                </a:solidFill>
              </a:defRPr>
            </a:lvl1pPr>
          </a:lstStyle>
          <a:p>
            <a:pPr rtl="0"/>
            <a:fld id="{47FEACEE-25B4-4A2D-B147-27296E36371D}" type="slidenum">
              <a:rPr lang="ru-RU" altLang="zh-CN" smtClean="0"/>
              <a:pPr/>
              <a:t>‹#›</a:t>
            </a:fld>
            <a:endParaRPr lang="ru-RU" altLang="zh-CN" dirty="0"/>
          </a:p>
        </p:txBody>
      </p:sp>
    </p:spTree>
    <p:extLst>
      <p:ext uri="{BB962C8B-B14F-4D97-AF65-F5344CB8AC3E}">
        <p14:creationId xmlns:p14="http://schemas.microsoft.com/office/powerpoint/2010/main" val="7026777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нтент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Полилиния 14">
            <a:extLst>
              <a:ext uri="{FF2B5EF4-FFF2-40B4-BE49-F238E27FC236}">
                <a16:creationId xmlns:a16="http://schemas.microsoft.com/office/drawing/2014/main" id="{F946AB17-3782-8412-C51A-DE10A0637453}"/>
              </a:ext>
            </a:extLst>
          </p:cNvPr>
          <p:cNvSpPr/>
          <p:nvPr userDrawn="1"/>
        </p:nvSpPr>
        <p:spPr>
          <a:xfrm>
            <a:off x="0" y="2860787"/>
            <a:ext cx="2361029" cy="3676532"/>
          </a:xfrm>
          <a:custGeom>
            <a:avLst/>
            <a:gdLst>
              <a:gd name="connsiteX0" fmla="*/ 773997 w 2361029"/>
              <a:gd name="connsiteY0" fmla="*/ 0 h 3676532"/>
              <a:gd name="connsiteX1" fmla="*/ 2361029 w 2361029"/>
              <a:gd name="connsiteY1" fmla="*/ 925683 h 3676532"/>
              <a:gd name="connsiteX2" fmla="*/ 2361029 w 2361029"/>
              <a:gd name="connsiteY2" fmla="*/ 2763949 h 3676532"/>
              <a:gd name="connsiteX3" fmla="*/ 769661 w 2361029"/>
              <a:gd name="connsiteY3" fmla="*/ 3676532 h 3676532"/>
              <a:gd name="connsiteX4" fmla="*/ 0 w 2361029"/>
              <a:gd name="connsiteY4" fmla="*/ 3234717 h 3676532"/>
              <a:gd name="connsiteX5" fmla="*/ 0 w 2361029"/>
              <a:gd name="connsiteY5" fmla="*/ 446885 h 3676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61029" h="3676532">
                <a:moveTo>
                  <a:pt x="773997" y="0"/>
                </a:moveTo>
                <a:lnTo>
                  <a:pt x="2361029" y="925683"/>
                </a:lnTo>
                <a:lnTo>
                  <a:pt x="2361029" y="2763949"/>
                </a:lnTo>
                <a:lnTo>
                  <a:pt x="769661" y="3676532"/>
                </a:lnTo>
                <a:lnTo>
                  <a:pt x="0" y="3234717"/>
                </a:lnTo>
                <a:lnTo>
                  <a:pt x="0" y="446885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dirty="0">
              <a:solidFill>
                <a:schemeClr val="accent6"/>
              </a:solidFill>
            </a:endParaRPr>
          </a:p>
        </p:txBody>
      </p:sp>
      <p:sp>
        <p:nvSpPr>
          <p:cNvPr id="16" name="Полилиния 15">
            <a:extLst>
              <a:ext uri="{FF2B5EF4-FFF2-40B4-BE49-F238E27FC236}">
                <a16:creationId xmlns:a16="http://schemas.microsoft.com/office/drawing/2014/main" id="{2BA5A58B-9440-7DAB-E7D7-3143B049FBAC}"/>
              </a:ext>
            </a:extLst>
          </p:cNvPr>
          <p:cNvSpPr/>
          <p:nvPr userDrawn="1"/>
        </p:nvSpPr>
        <p:spPr>
          <a:xfrm flipH="1">
            <a:off x="1014233" y="5253270"/>
            <a:ext cx="1710765" cy="1593273"/>
          </a:xfrm>
          <a:custGeom>
            <a:avLst/>
            <a:gdLst>
              <a:gd name="connsiteX0" fmla="*/ 852873 w 1710765"/>
              <a:gd name="connsiteY0" fmla="*/ 0 h 1593273"/>
              <a:gd name="connsiteX1" fmla="*/ 0 w 1710765"/>
              <a:gd name="connsiteY1" fmla="*/ 494134 h 1593273"/>
              <a:gd name="connsiteX2" fmla="*/ 0 w 1710765"/>
              <a:gd name="connsiteY2" fmla="*/ 1475410 h 1593273"/>
              <a:gd name="connsiteX3" fmla="*/ 206916 w 1710765"/>
              <a:gd name="connsiteY3" fmla="*/ 1593273 h 1593273"/>
              <a:gd name="connsiteX4" fmla="*/ 1502835 w 1710765"/>
              <a:gd name="connsiteY4" fmla="*/ 1593273 h 1593273"/>
              <a:gd name="connsiteX5" fmla="*/ 1709418 w 1710765"/>
              <a:gd name="connsiteY5" fmla="*/ 1475480 h 1593273"/>
              <a:gd name="connsiteX6" fmla="*/ 1710407 w 1710765"/>
              <a:gd name="connsiteY6" fmla="*/ 491803 h 15932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10765" h="1593273">
                <a:moveTo>
                  <a:pt x="852873" y="0"/>
                </a:moveTo>
                <a:lnTo>
                  <a:pt x="0" y="494134"/>
                </a:lnTo>
                <a:lnTo>
                  <a:pt x="0" y="1475410"/>
                </a:lnTo>
                <a:lnTo>
                  <a:pt x="206916" y="1593273"/>
                </a:lnTo>
                <a:lnTo>
                  <a:pt x="1502835" y="1593273"/>
                </a:lnTo>
                <a:lnTo>
                  <a:pt x="1709418" y="1475480"/>
                </a:lnTo>
                <a:cubicBezTo>
                  <a:pt x="1707864" y="1146834"/>
                  <a:pt x="1711961" y="820449"/>
                  <a:pt x="1710407" y="491803"/>
                </a:cubicBezTo>
                <a:close/>
              </a:path>
            </a:pathLst>
          </a:cu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dirty="0">
              <a:solidFill>
                <a:schemeClr val="accent6"/>
              </a:solidFill>
            </a:endParaRPr>
          </a:p>
        </p:txBody>
      </p:sp>
      <p:sp>
        <p:nvSpPr>
          <p:cNvPr id="22" name="Объект 47" descr="Щелкните значок, чтобы добавить фото">
            <a:extLst>
              <a:ext uri="{FF2B5EF4-FFF2-40B4-BE49-F238E27FC236}">
                <a16:creationId xmlns:a16="http://schemas.microsoft.com/office/drawing/2014/main" id="{95ADF367-2619-4E00-AB82-8FFF41D0E5C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71609" y="1025236"/>
            <a:ext cx="5162709" cy="420683"/>
          </a:xfrm>
          <a:prstGeom prst="rect">
            <a:avLst/>
          </a:prstGeom>
        </p:spPr>
        <p:txBody>
          <a:bodyPr rtlCol="0" anchor="b">
            <a:noAutofit/>
          </a:bodyPr>
          <a:lstStyle>
            <a:lvl1pPr marL="0" indent="0" algn="l">
              <a:lnSpc>
                <a:spcPct val="100000"/>
              </a:lnSpc>
              <a:buNone/>
              <a:defRPr lang="ru-RU" sz="1800" b="1" i="0">
                <a:solidFill>
                  <a:schemeClr val="accent6"/>
                </a:solidFill>
                <a:latin typeface="+mn-lt"/>
                <a:cs typeface="Posterama" panose="020B0504020200020000" pitchFamily="34" charset="0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/>
              <a:t>Образец заголовка </a:t>
            </a:r>
          </a:p>
        </p:txBody>
      </p:sp>
      <p:sp>
        <p:nvSpPr>
          <p:cNvPr id="23" name="Объект 47">
            <a:extLst>
              <a:ext uri="{FF2B5EF4-FFF2-40B4-BE49-F238E27FC236}">
                <a16:creationId xmlns:a16="http://schemas.microsoft.com/office/drawing/2014/main" id="{8CEB04CE-793E-47B4-8D80-9B82864F2CD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71608" y="1469069"/>
            <a:ext cx="5162709" cy="1506166"/>
          </a:xfrm>
          <a:prstGeom prst="rect">
            <a:avLst/>
          </a:prstGeom>
        </p:spPr>
        <p:txBody>
          <a:bodyPr rtlCol="0">
            <a:noAutofit/>
          </a:bodyPr>
          <a:lstStyle>
            <a:lvl1pPr marL="228600" indent="-2286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ru-RU" sz="1400" b="0">
                <a:solidFill>
                  <a:schemeClr val="accent6"/>
                </a:solidFill>
                <a:latin typeface="+mn-lt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/>
              <a:t>Щелкните, чтобы изменить стили текста образца слайда </a:t>
            </a:r>
          </a:p>
        </p:txBody>
      </p:sp>
      <p:sp>
        <p:nvSpPr>
          <p:cNvPr id="24" name="Объект 47" descr="Щелкните значок, чтобы добавить фото">
            <a:extLst>
              <a:ext uri="{FF2B5EF4-FFF2-40B4-BE49-F238E27FC236}">
                <a16:creationId xmlns:a16="http://schemas.microsoft.com/office/drawing/2014/main" id="{067BF8FD-2643-4122-BE3E-63F413244EC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1609" y="2984685"/>
            <a:ext cx="5162709" cy="420683"/>
          </a:xfrm>
          <a:prstGeom prst="rect">
            <a:avLst/>
          </a:prstGeom>
        </p:spPr>
        <p:txBody>
          <a:bodyPr rtlCol="0" anchor="b">
            <a:noAutofit/>
          </a:bodyPr>
          <a:lstStyle>
            <a:lvl1pPr marL="0" indent="0" algn="l">
              <a:lnSpc>
                <a:spcPct val="100000"/>
              </a:lnSpc>
              <a:buNone/>
              <a:defRPr lang="ru-RU" sz="1800" b="1" i="0">
                <a:solidFill>
                  <a:schemeClr val="accent6"/>
                </a:solidFill>
                <a:latin typeface="+mn-lt"/>
                <a:cs typeface="Posterama" panose="020B0504020200020000" pitchFamily="34" charset="0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/>
              <a:t>Образец заголовка </a:t>
            </a:r>
          </a:p>
        </p:txBody>
      </p:sp>
      <p:sp>
        <p:nvSpPr>
          <p:cNvPr id="26" name="Объект 47" descr="Щелкните значок, чтобы добавить фото">
            <a:extLst>
              <a:ext uri="{FF2B5EF4-FFF2-40B4-BE49-F238E27FC236}">
                <a16:creationId xmlns:a16="http://schemas.microsoft.com/office/drawing/2014/main" id="{02260D10-FEA1-48A7-B544-FAEEAECF5DE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71607" y="4597473"/>
            <a:ext cx="5162709" cy="421399"/>
          </a:xfrm>
          <a:prstGeom prst="rect">
            <a:avLst/>
          </a:prstGeom>
        </p:spPr>
        <p:txBody>
          <a:bodyPr rtlCol="0" anchor="b">
            <a:noAutofit/>
          </a:bodyPr>
          <a:lstStyle>
            <a:lvl1pPr marL="0" indent="0" algn="l">
              <a:lnSpc>
                <a:spcPct val="100000"/>
              </a:lnSpc>
              <a:buNone/>
              <a:defRPr lang="ru-RU" sz="1800" b="1" i="0">
                <a:solidFill>
                  <a:schemeClr val="accent6"/>
                </a:solidFill>
                <a:latin typeface="+mn-lt"/>
                <a:cs typeface="Posterama" panose="020B0504020200020000" pitchFamily="34" charset="0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/>
              <a:t>Образец заголовка </a:t>
            </a:r>
          </a:p>
        </p:txBody>
      </p:sp>
      <p:sp>
        <p:nvSpPr>
          <p:cNvPr id="20" name="Объект 47">
            <a:extLst>
              <a:ext uri="{FF2B5EF4-FFF2-40B4-BE49-F238E27FC236}">
                <a16:creationId xmlns:a16="http://schemas.microsoft.com/office/drawing/2014/main" id="{64584B30-8BCF-4D75-8A6C-FD82347CC7B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271608" y="3419684"/>
            <a:ext cx="5162709" cy="1177789"/>
          </a:xfrm>
          <a:prstGeom prst="rect">
            <a:avLst/>
          </a:prstGeom>
        </p:spPr>
        <p:txBody>
          <a:bodyPr rtlCol="0">
            <a:noAutofit/>
          </a:bodyPr>
          <a:lstStyle>
            <a:lvl1pPr marL="228600" indent="-2286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ru-RU" sz="1400" b="0">
                <a:solidFill>
                  <a:schemeClr val="accent6"/>
                </a:solidFill>
                <a:latin typeface="+mn-lt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/>
              <a:t>Щелкните, чтобы изменить стили текста образца слайда </a:t>
            </a:r>
          </a:p>
        </p:txBody>
      </p:sp>
      <p:sp>
        <p:nvSpPr>
          <p:cNvPr id="28" name="Объект 47">
            <a:extLst>
              <a:ext uri="{FF2B5EF4-FFF2-40B4-BE49-F238E27FC236}">
                <a16:creationId xmlns:a16="http://schemas.microsoft.com/office/drawing/2014/main" id="{A4A25056-27FA-4039-ACFA-6624F778712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271608" y="5041922"/>
            <a:ext cx="5162709" cy="1635938"/>
          </a:xfrm>
          <a:prstGeom prst="rect">
            <a:avLst/>
          </a:prstGeom>
        </p:spPr>
        <p:txBody>
          <a:bodyPr rtlCol="0">
            <a:noAutofit/>
          </a:bodyPr>
          <a:lstStyle>
            <a:lvl1pPr marL="228600" indent="-2286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ru-RU" sz="1400" b="0">
                <a:solidFill>
                  <a:schemeClr val="accent6"/>
                </a:solidFill>
                <a:latin typeface="+mn-lt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/>
              <a:t>Щелкните, чтобы изменить стили текста образца слайда </a:t>
            </a:r>
          </a:p>
        </p:txBody>
      </p:sp>
      <p:sp>
        <p:nvSpPr>
          <p:cNvPr id="27" name="Полилиния: Фигура 24">
            <a:extLst>
              <a:ext uri="{FF2B5EF4-FFF2-40B4-BE49-F238E27FC236}">
                <a16:creationId xmlns:a16="http://schemas.microsoft.com/office/drawing/2014/main" id="{A23F9759-CF52-CE45-5E22-9678534685A7}"/>
              </a:ext>
            </a:extLst>
          </p:cNvPr>
          <p:cNvSpPr/>
          <p:nvPr userDrawn="1"/>
        </p:nvSpPr>
        <p:spPr>
          <a:xfrm flipH="1">
            <a:off x="2631891" y="4699053"/>
            <a:ext cx="668814" cy="784693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dirty="0">
              <a:solidFill>
                <a:schemeClr val="accent6"/>
              </a:solidFill>
            </a:endParaRPr>
          </a:p>
        </p:txBody>
      </p:sp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5D84FCC1-368D-680C-31AA-597C3AAF42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665" y="707105"/>
            <a:ext cx="3994173" cy="2277580"/>
          </a:xfrm>
        </p:spPr>
        <p:txBody>
          <a:bodyPr rtlCol="0" anchor="t">
            <a:noAutofit/>
          </a:bodyPr>
          <a:lstStyle>
            <a:lvl1pPr>
              <a:defRPr lang="ru-RU">
                <a:solidFill>
                  <a:schemeClr val="accent6"/>
                </a:solidFill>
              </a:defRPr>
            </a:lvl1pPr>
          </a:lstStyle>
          <a:p>
            <a:pPr rtl="0"/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18" name="Рисунок 2">
            <a:extLst>
              <a:ext uri="{FF2B5EF4-FFF2-40B4-BE49-F238E27FC236}">
                <a16:creationId xmlns:a16="http://schemas.microsoft.com/office/drawing/2014/main" id="{E53E8C9F-CD73-30CD-1F24-20F2E6149D58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4734172" y="1141669"/>
            <a:ext cx="507778" cy="565882"/>
          </a:xfrm>
        </p:spPr>
        <p:txBody>
          <a:bodyPr lIns="0" rIns="0" rtlCol="0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ru-RU" sz="800">
                <a:solidFill>
                  <a:schemeClr val="accent6"/>
                </a:solidFill>
                <a:latin typeface="Abadi" panose="020B0604020104020204" pitchFamily="34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lang="ru-RU"/>
            </a:pPr>
            <a:r>
              <a:rPr lang="ru-RU"/>
              <a:t>Вставка рисунка</a:t>
            </a:r>
            <a:endParaRPr lang="ru-RU" dirty="0"/>
          </a:p>
        </p:txBody>
      </p:sp>
      <p:sp>
        <p:nvSpPr>
          <p:cNvPr id="19" name="Рисунок 2">
            <a:extLst>
              <a:ext uri="{FF2B5EF4-FFF2-40B4-BE49-F238E27FC236}">
                <a16:creationId xmlns:a16="http://schemas.microsoft.com/office/drawing/2014/main" id="{CE61E189-349E-0076-EA43-7BCB6E24CE86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4724705" y="3105650"/>
            <a:ext cx="536270" cy="565882"/>
          </a:xfrm>
        </p:spPr>
        <p:txBody>
          <a:bodyPr lIns="0" rIns="0" rtlCol="0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ru-RU" sz="800">
                <a:solidFill>
                  <a:schemeClr val="accent6"/>
                </a:solidFill>
                <a:latin typeface="Abadi" panose="020B0604020104020204" pitchFamily="34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lang="ru-RU"/>
            </a:pPr>
            <a:r>
              <a:rPr lang="ru-RU"/>
              <a:t>Вставка рисунка</a:t>
            </a:r>
            <a:endParaRPr lang="ru-RU" dirty="0"/>
          </a:p>
        </p:txBody>
      </p:sp>
      <p:sp>
        <p:nvSpPr>
          <p:cNvPr id="21" name="Рисунок 2">
            <a:extLst>
              <a:ext uri="{FF2B5EF4-FFF2-40B4-BE49-F238E27FC236}">
                <a16:creationId xmlns:a16="http://schemas.microsoft.com/office/drawing/2014/main" id="{68B04572-5D47-C3DF-CDEA-15EC646EA8FE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4714069" y="4716041"/>
            <a:ext cx="536270" cy="565882"/>
          </a:xfrm>
        </p:spPr>
        <p:txBody>
          <a:bodyPr lIns="0" rIns="0" rtlCol="0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ru-RU" sz="800">
                <a:solidFill>
                  <a:schemeClr val="accent6"/>
                </a:solidFill>
                <a:latin typeface="Abadi" panose="020B0604020104020204" pitchFamily="34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lang="ru-RU"/>
            </a:pPr>
            <a:r>
              <a:rPr lang="ru-RU"/>
              <a:t>Вставка рисунка</a:t>
            </a:r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446A453-65E1-B688-A3F9-EA0AA347DDEA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 rtlCol="0">
            <a:noAutofit/>
          </a:bodyPr>
          <a:lstStyle>
            <a:lvl1pPr>
              <a:defRPr lang="ru-RU">
                <a:solidFill>
                  <a:schemeClr val="accent6"/>
                </a:solidFill>
              </a:defRPr>
            </a:lvl1pPr>
          </a:lstStyle>
          <a:p>
            <a:pPr rtl="0"/>
            <a:fld id="{47FEACEE-25B4-4A2D-B147-27296E36371D}" type="slidenum">
              <a:rPr lang="ru-RU" altLang="zh-CN" smtClean="0"/>
              <a:pPr/>
              <a:t>‹#›</a:t>
            </a:fld>
            <a:endParaRPr lang="ru-RU" altLang="zh-CN" dirty="0"/>
          </a:p>
        </p:txBody>
      </p:sp>
    </p:spTree>
    <p:extLst>
      <p:ext uri="{BB962C8B-B14F-4D97-AF65-F5344CB8AC3E}">
        <p14:creationId xmlns:p14="http://schemas.microsoft.com/office/powerpoint/2010/main" val="495064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вод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Объект 47">
            <a:extLst>
              <a:ext uri="{FF2B5EF4-FFF2-40B4-BE49-F238E27FC236}">
                <a16:creationId xmlns:a16="http://schemas.microsoft.com/office/drawing/2014/main" id="{3EDD8D3E-653B-4A9E-9868-3B013A65FE9F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7493157" y="529148"/>
            <a:ext cx="4248873" cy="473113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ln w="19050">
            <a:noFill/>
          </a:ln>
        </p:spPr>
        <p:txBody>
          <a:bodyPr rtlCol="0" anchor="ctr">
            <a:noAutofit/>
          </a:bodyPr>
          <a:lstStyle>
            <a:lvl1pPr marL="0" indent="0" algn="ctr">
              <a:buNone/>
              <a:defRPr lang="ru-RU">
                <a:solidFill>
                  <a:schemeClr val="accent6"/>
                </a:solidFill>
              </a:defRPr>
            </a:lvl1pPr>
          </a:lstStyle>
          <a:p>
            <a:pPr rtl="0"/>
            <a:r>
              <a:rPr lang="ru-RU"/>
              <a:t>Вставка рисунка</a:t>
            </a:r>
            <a:endParaRPr lang="ru-RU" altLang="en-US"/>
          </a:p>
        </p:txBody>
      </p:sp>
      <p:sp>
        <p:nvSpPr>
          <p:cNvPr id="18" name="Объект 47">
            <a:extLst>
              <a:ext uri="{FF2B5EF4-FFF2-40B4-BE49-F238E27FC236}">
                <a16:creationId xmlns:a16="http://schemas.microsoft.com/office/drawing/2014/main" id="{DD4E6A9F-7400-917B-6A6B-6BAB445E85F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17427" y="3253120"/>
            <a:ext cx="4959822" cy="2007158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>
              <a:lnSpc>
                <a:spcPct val="100000"/>
              </a:lnSpc>
              <a:buNone/>
              <a:defRPr lang="ru-RU" sz="1500" b="0">
                <a:solidFill>
                  <a:schemeClr val="accent6"/>
                </a:solidFill>
                <a:latin typeface="+mn-lt"/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/>
              <a:t>Щелкните, чтобы изменить стили текста образца слайда </a:t>
            </a:r>
          </a:p>
        </p:txBody>
      </p:sp>
      <p:sp>
        <p:nvSpPr>
          <p:cNvPr id="19" name="Полилиния: Форма 25">
            <a:extLst>
              <a:ext uri="{FF2B5EF4-FFF2-40B4-BE49-F238E27FC236}">
                <a16:creationId xmlns:a16="http://schemas.microsoft.com/office/drawing/2014/main" id="{D7BBD3E8-D5DD-C21F-3792-4880373CCDCC}"/>
              </a:ext>
            </a:extLst>
          </p:cNvPr>
          <p:cNvSpPr/>
          <p:nvPr userDrawn="1"/>
        </p:nvSpPr>
        <p:spPr>
          <a:xfrm flipH="1">
            <a:off x="7400972" y="4508725"/>
            <a:ext cx="1347680" cy="158117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dirty="0">
              <a:solidFill>
                <a:schemeClr val="accent6"/>
              </a:solidFill>
            </a:endParaRPr>
          </a:p>
        </p:txBody>
      </p:sp>
      <p:sp>
        <p:nvSpPr>
          <p:cNvPr id="20" name="Полилиния: Фигура 11">
            <a:extLst>
              <a:ext uri="{FF2B5EF4-FFF2-40B4-BE49-F238E27FC236}">
                <a16:creationId xmlns:a16="http://schemas.microsoft.com/office/drawing/2014/main" id="{FC461D80-0CAC-62E5-726A-63B48BEF3F25}"/>
              </a:ext>
            </a:extLst>
          </p:cNvPr>
          <p:cNvSpPr/>
          <p:nvPr userDrawn="1"/>
        </p:nvSpPr>
        <p:spPr>
          <a:xfrm>
            <a:off x="6521016" y="4772906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ru-RU"/>
            </a:pPr>
            <a:endParaRPr kumimoji="0" lang="ru-RU" sz="1800" b="1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D4944167-AFE9-AE61-AF44-B9AEE24D1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427" y="2497488"/>
            <a:ext cx="9823998" cy="1325563"/>
          </a:xfrm>
        </p:spPr>
        <p:txBody>
          <a:bodyPr rtlCol="0" anchor="t">
            <a:noAutofit/>
          </a:bodyPr>
          <a:lstStyle>
            <a:lvl1pPr>
              <a:defRPr lang="ru-RU">
                <a:solidFill>
                  <a:schemeClr val="accent6"/>
                </a:solidFill>
              </a:defRPr>
            </a:lvl1pPr>
          </a:lstStyle>
          <a:p>
            <a:pPr rtl="0"/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2" name="Нижний колонтитул 1">
            <a:extLst>
              <a:ext uri="{FF2B5EF4-FFF2-40B4-BE49-F238E27FC236}">
                <a16:creationId xmlns:a16="http://schemas.microsoft.com/office/drawing/2014/main" id="{47268D53-92DA-7335-4DAB-83485CAF3FE9}"/>
              </a:ext>
            </a:extLst>
          </p:cNvPr>
          <p:cNvSpPr>
            <a:spLocks noGrp="1"/>
          </p:cNvSpPr>
          <p:nvPr>
            <p:ph type="ftr" sz="quarter" idx="49"/>
          </p:nvPr>
        </p:nvSpPr>
        <p:spPr/>
        <p:txBody>
          <a:bodyPr rtlCol="0">
            <a:noAutofit/>
          </a:bodyPr>
          <a:lstStyle>
            <a:lvl1pPr>
              <a:defRPr lang="ru-RU">
                <a:solidFill>
                  <a:schemeClr val="accent6"/>
                </a:solidFill>
              </a:defRPr>
            </a:lvl1pPr>
          </a:lstStyle>
          <a:p>
            <a:pPr rtl="0"/>
            <a:r>
              <a:rPr lang="ru-RU"/>
              <a:t>Название презентации</a:t>
            </a:r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F9FCB16-3643-AB04-D20E-A14FFE07F67C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 rtlCol="0">
            <a:noAutofit/>
          </a:bodyPr>
          <a:lstStyle>
            <a:lvl1pPr>
              <a:defRPr lang="ru-RU">
                <a:solidFill>
                  <a:schemeClr val="accent6"/>
                </a:solidFill>
              </a:defRPr>
            </a:lvl1pPr>
          </a:lstStyle>
          <a:p>
            <a:pPr rtl="0"/>
            <a:fld id="{47FEACEE-25B4-4A2D-B147-27296E36371D}" type="slidenum">
              <a:rPr lang="ru-RU" altLang="zh-CN" smtClean="0"/>
              <a:pPr/>
              <a:t>‹#›</a:t>
            </a:fld>
            <a:endParaRPr lang="ru-RU" altLang="zh-CN" dirty="0"/>
          </a:p>
        </p:txBody>
      </p:sp>
    </p:spTree>
    <p:extLst>
      <p:ext uri="{BB962C8B-B14F-4D97-AF65-F5344CB8AC3E}">
        <p14:creationId xmlns:p14="http://schemas.microsoft.com/office/powerpoint/2010/main" val="342866166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пасибо!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Полилиния 46">
            <a:extLst>
              <a:ext uri="{FF2B5EF4-FFF2-40B4-BE49-F238E27FC236}">
                <a16:creationId xmlns:a16="http://schemas.microsoft.com/office/drawing/2014/main" id="{39B50CEE-D9F9-B5CD-C274-BEAA5EAB37E3}"/>
              </a:ext>
            </a:extLst>
          </p:cNvPr>
          <p:cNvSpPr/>
          <p:nvPr userDrawn="1"/>
        </p:nvSpPr>
        <p:spPr>
          <a:xfrm>
            <a:off x="410352" y="12435"/>
            <a:ext cx="1455521" cy="1019127"/>
          </a:xfrm>
          <a:custGeom>
            <a:avLst/>
            <a:gdLst>
              <a:gd name="connsiteX0" fmla="*/ 219223 w 1455521"/>
              <a:gd name="connsiteY0" fmla="*/ 0 h 1019127"/>
              <a:gd name="connsiteX1" fmla="*/ 1236298 w 1455521"/>
              <a:gd name="connsiteY1" fmla="*/ 0 h 1019127"/>
              <a:gd name="connsiteX2" fmla="*/ 1455521 w 1455521"/>
              <a:gd name="connsiteY2" fmla="*/ 385779 h 1019127"/>
              <a:gd name="connsiteX3" fmla="*/ 1095615 w 1455521"/>
              <a:gd name="connsiteY3" fmla="*/ 1019127 h 1019127"/>
              <a:gd name="connsiteX4" fmla="*/ 359906 w 1455521"/>
              <a:gd name="connsiteY4" fmla="*/ 1019127 h 1019127"/>
              <a:gd name="connsiteX5" fmla="*/ 0 w 1455521"/>
              <a:gd name="connsiteY5" fmla="*/ 385779 h 1019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1019127">
                <a:moveTo>
                  <a:pt x="219223" y="0"/>
                </a:moveTo>
                <a:lnTo>
                  <a:pt x="1236298" y="0"/>
                </a:lnTo>
                <a:lnTo>
                  <a:pt x="1455521" y="385779"/>
                </a:lnTo>
                <a:lnTo>
                  <a:pt x="1095615" y="1019127"/>
                </a:lnTo>
                <a:lnTo>
                  <a:pt x="359906" y="1019127"/>
                </a:lnTo>
                <a:lnTo>
                  <a:pt x="0" y="385779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dirty="0">
              <a:solidFill>
                <a:schemeClr val="accent6"/>
              </a:solidFill>
            </a:endParaRPr>
          </a:p>
        </p:txBody>
      </p:sp>
      <p:sp>
        <p:nvSpPr>
          <p:cNvPr id="9" name="Шестиугольник 15">
            <a:extLst>
              <a:ext uri="{FF2B5EF4-FFF2-40B4-BE49-F238E27FC236}">
                <a16:creationId xmlns:a16="http://schemas.microsoft.com/office/drawing/2014/main" id="{93831F6E-A0DA-46E5-AF13-ED5D9ABF108D}"/>
              </a:ext>
            </a:extLst>
          </p:cNvPr>
          <p:cNvSpPr/>
          <p:nvPr userDrawn="1"/>
        </p:nvSpPr>
        <p:spPr>
          <a:xfrm>
            <a:off x="1579486" y="450004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dirty="0">
              <a:solidFill>
                <a:schemeClr val="accent6"/>
              </a:solidFill>
            </a:endParaRPr>
          </a:p>
        </p:txBody>
      </p:sp>
      <p:sp>
        <p:nvSpPr>
          <p:cNvPr id="10" name="Шестиугольник 17">
            <a:extLst>
              <a:ext uri="{FF2B5EF4-FFF2-40B4-BE49-F238E27FC236}">
                <a16:creationId xmlns:a16="http://schemas.microsoft.com/office/drawing/2014/main" id="{18B06ECC-5FA7-4ACA-86BF-694240D0C05B}"/>
              </a:ext>
            </a:extLst>
          </p:cNvPr>
          <p:cNvSpPr/>
          <p:nvPr userDrawn="1"/>
        </p:nvSpPr>
        <p:spPr>
          <a:xfrm>
            <a:off x="412218" y="1136470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dirty="0">
              <a:solidFill>
                <a:schemeClr val="accent6"/>
              </a:solidFill>
            </a:endParaRPr>
          </a:p>
        </p:txBody>
      </p:sp>
      <p:sp>
        <p:nvSpPr>
          <p:cNvPr id="11" name="Шестиугольник 19">
            <a:extLst>
              <a:ext uri="{FF2B5EF4-FFF2-40B4-BE49-F238E27FC236}">
                <a16:creationId xmlns:a16="http://schemas.microsoft.com/office/drawing/2014/main" id="{089AA305-8FFC-46A5-B806-D5D78320D0CD}"/>
              </a:ext>
            </a:extLst>
          </p:cNvPr>
          <p:cNvSpPr/>
          <p:nvPr userDrawn="1"/>
        </p:nvSpPr>
        <p:spPr>
          <a:xfrm>
            <a:off x="1580070" y="1812437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dirty="0">
              <a:solidFill>
                <a:schemeClr val="accent6"/>
              </a:solidFill>
            </a:endParaRPr>
          </a:p>
        </p:txBody>
      </p:sp>
      <p:sp>
        <p:nvSpPr>
          <p:cNvPr id="12" name="Шестиугольник 21">
            <a:extLst>
              <a:ext uri="{FF2B5EF4-FFF2-40B4-BE49-F238E27FC236}">
                <a16:creationId xmlns:a16="http://schemas.microsoft.com/office/drawing/2014/main" id="{DB2D65ED-32BC-44B2-92F3-E16717051CA1}"/>
              </a:ext>
            </a:extLst>
          </p:cNvPr>
          <p:cNvSpPr/>
          <p:nvPr userDrawn="1"/>
        </p:nvSpPr>
        <p:spPr>
          <a:xfrm>
            <a:off x="3953772" y="4582171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dirty="0">
              <a:solidFill>
                <a:schemeClr val="accent6"/>
              </a:solidFill>
            </a:endParaRPr>
          </a:p>
        </p:txBody>
      </p:sp>
      <p:sp>
        <p:nvSpPr>
          <p:cNvPr id="44" name="Полилиния 43">
            <a:extLst>
              <a:ext uri="{FF2B5EF4-FFF2-40B4-BE49-F238E27FC236}">
                <a16:creationId xmlns:a16="http://schemas.microsoft.com/office/drawing/2014/main" id="{6100186E-95B0-AB29-6F1D-DBFBAA566DB2}"/>
              </a:ext>
            </a:extLst>
          </p:cNvPr>
          <p:cNvSpPr/>
          <p:nvPr userDrawn="1"/>
        </p:nvSpPr>
        <p:spPr>
          <a:xfrm>
            <a:off x="3955762" y="5952136"/>
            <a:ext cx="1455521" cy="932559"/>
          </a:xfrm>
          <a:custGeom>
            <a:avLst/>
            <a:gdLst>
              <a:gd name="connsiteX0" fmla="*/ 359906 w 1455521"/>
              <a:gd name="connsiteY0" fmla="*/ 0 h 932559"/>
              <a:gd name="connsiteX1" fmla="*/ 1095615 w 1455521"/>
              <a:gd name="connsiteY1" fmla="*/ 0 h 932559"/>
              <a:gd name="connsiteX2" fmla="*/ 1455521 w 1455521"/>
              <a:gd name="connsiteY2" fmla="*/ 633348 h 932559"/>
              <a:gd name="connsiteX3" fmla="*/ 1285492 w 1455521"/>
              <a:gd name="connsiteY3" fmla="*/ 932559 h 932559"/>
              <a:gd name="connsiteX4" fmla="*/ 170030 w 1455521"/>
              <a:gd name="connsiteY4" fmla="*/ 932559 h 932559"/>
              <a:gd name="connsiteX5" fmla="*/ 0 w 1455521"/>
              <a:gd name="connsiteY5" fmla="*/ 633348 h 9325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932559">
                <a:moveTo>
                  <a:pt x="359906" y="0"/>
                </a:moveTo>
                <a:lnTo>
                  <a:pt x="1095615" y="0"/>
                </a:lnTo>
                <a:lnTo>
                  <a:pt x="1455521" y="633348"/>
                </a:lnTo>
                <a:lnTo>
                  <a:pt x="1285492" y="932559"/>
                </a:lnTo>
                <a:lnTo>
                  <a:pt x="170030" y="932559"/>
                </a:lnTo>
                <a:lnTo>
                  <a:pt x="0" y="633348"/>
                </a:ln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dirty="0">
              <a:solidFill>
                <a:schemeClr val="accent6"/>
              </a:solidFill>
            </a:endParaRPr>
          </a:p>
        </p:txBody>
      </p:sp>
      <p:sp>
        <p:nvSpPr>
          <p:cNvPr id="14" name="Шестиугольник 27">
            <a:extLst>
              <a:ext uri="{FF2B5EF4-FFF2-40B4-BE49-F238E27FC236}">
                <a16:creationId xmlns:a16="http://schemas.microsoft.com/office/drawing/2014/main" id="{5275D449-7441-440B-8584-96D25256F24D}"/>
              </a:ext>
            </a:extLst>
          </p:cNvPr>
          <p:cNvSpPr/>
          <p:nvPr userDrawn="1"/>
        </p:nvSpPr>
        <p:spPr>
          <a:xfrm>
            <a:off x="2783996" y="5245443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dirty="0">
              <a:solidFill>
                <a:schemeClr val="accent6"/>
              </a:solidFill>
            </a:endParaRPr>
          </a:p>
        </p:txBody>
      </p:sp>
      <p:sp>
        <p:nvSpPr>
          <p:cNvPr id="15" name="Шестиугольник 28">
            <a:extLst>
              <a:ext uri="{FF2B5EF4-FFF2-40B4-BE49-F238E27FC236}">
                <a16:creationId xmlns:a16="http://schemas.microsoft.com/office/drawing/2014/main" id="{94CFCD79-F5CD-4175-96DE-1AC2E1999DB6}"/>
              </a:ext>
            </a:extLst>
          </p:cNvPr>
          <p:cNvSpPr/>
          <p:nvPr userDrawn="1"/>
        </p:nvSpPr>
        <p:spPr>
          <a:xfrm>
            <a:off x="2767144" y="3880620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dirty="0">
              <a:solidFill>
                <a:schemeClr val="accent6"/>
              </a:solidFill>
            </a:endParaRPr>
          </a:p>
        </p:txBody>
      </p:sp>
      <p:sp>
        <p:nvSpPr>
          <p:cNvPr id="43" name="Полилиния 42">
            <a:extLst>
              <a:ext uri="{FF2B5EF4-FFF2-40B4-BE49-F238E27FC236}">
                <a16:creationId xmlns:a16="http://schemas.microsoft.com/office/drawing/2014/main" id="{C8667104-E096-23C3-4C2C-5277C2AF5C57}"/>
              </a:ext>
            </a:extLst>
          </p:cNvPr>
          <p:cNvSpPr/>
          <p:nvPr userDrawn="1"/>
        </p:nvSpPr>
        <p:spPr>
          <a:xfrm>
            <a:off x="3702" y="448131"/>
            <a:ext cx="678871" cy="1266696"/>
          </a:xfrm>
          <a:custGeom>
            <a:avLst/>
            <a:gdLst>
              <a:gd name="connsiteX0" fmla="*/ 0 w 678871"/>
              <a:gd name="connsiteY0" fmla="*/ 0 h 1266696"/>
              <a:gd name="connsiteX1" fmla="*/ 318965 w 678871"/>
              <a:gd name="connsiteY1" fmla="*/ 0 h 1266696"/>
              <a:gd name="connsiteX2" fmla="*/ 678871 w 678871"/>
              <a:gd name="connsiteY2" fmla="*/ 633348 h 1266696"/>
              <a:gd name="connsiteX3" fmla="*/ 318965 w 678871"/>
              <a:gd name="connsiteY3" fmla="*/ 1266696 h 1266696"/>
              <a:gd name="connsiteX4" fmla="*/ 0 w 678871"/>
              <a:gd name="connsiteY4" fmla="*/ 1266696 h 1266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8871" h="1266696">
                <a:moveTo>
                  <a:pt x="0" y="0"/>
                </a:moveTo>
                <a:lnTo>
                  <a:pt x="318965" y="0"/>
                </a:lnTo>
                <a:lnTo>
                  <a:pt x="678871" y="633348"/>
                </a:lnTo>
                <a:lnTo>
                  <a:pt x="318965" y="1266696"/>
                </a:lnTo>
                <a:lnTo>
                  <a:pt x="0" y="1266696"/>
                </a:lnTo>
                <a:close/>
              </a:path>
            </a:pathLst>
          </a:cu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dirty="0">
              <a:solidFill>
                <a:schemeClr val="accent6"/>
              </a:solidFill>
            </a:endParaRPr>
          </a:p>
        </p:txBody>
      </p:sp>
      <p:sp>
        <p:nvSpPr>
          <p:cNvPr id="18" name="Шестиугольник 31">
            <a:extLst>
              <a:ext uri="{FF2B5EF4-FFF2-40B4-BE49-F238E27FC236}">
                <a16:creationId xmlns:a16="http://schemas.microsoft.com/office/drawing/2014/main" id="{61BB4AB0-7C5C-4697-A25B-0AFD8754AB52}"/>
              </a:ext>
            </a:extLst>
          </p:cNvPr>
          <p:cNvSpPr/>
          <p:nvPr userDrawn="1"/>
        </p:nvSpPr>
        <p:spPr>
          <a:xfrm>
            <a:off x="1580353" y="3182793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noFill/>
          <a:ln w="1905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dirty="0">
              <a:solidFill>
                <a:schemeClr val="accent6"/>
              </a:solidFill>
            </a:endParaRPr>
          </a:p>
        </p:txBody>
      </p:sp>
      <p:sp>
        <p:nvSpPr>
          <p:cNvPr id="46" name="Полилиния 45">
            <a:extLst>
              <a:ext uri="{FF2B5EF4-FFF2-40B4-BE49-F238E27FC236}">
                <a16:creationId xmlns:a16="http://schemas.microsoft.com/office/drawing/2014/main" id="{2363FF00-E570-D743-258E-E9FEF4F02A08}"/>
              </a:ext>
            </a:extLst>
          </p:cNvPr>
          <p:cNvSpPr/>
          <p:nvPr userDrawn="1"/>
        </p:nvSpPr>
        <p:spPr>
          <a:xfrm>
            <a:off x="6334981" y="5962237"/>
            <a:ext cx="1455521" cy="901561"/>
          </a:xfrm>
          <a:custGeom>
            <a:avLst/>
            <a:gdLst>
              <a:gd name="connsiteX0" fmla="*/ 359906 w 1455521"/>
              <a:gd name="connsiteY0" fmla="*/ 0 h 901561"/>
              <a:gd name="connsiteX1" fmla="*/ 1095615 w 1455521"/>
              <a:gd name="connsiteY1" fmla="*/ 0 h 901561"/>
              <a:gd name="connsiteX2" fmla="*/ 1455521 w 1455521"/>
              <a:gd name="connsiteY2" fmla="*/ 633348 h 901561"/>
              <a:gd name="connsiteX3" fmla="*/ 1303107 w 1455521"/>
              <a:gd name="connsiteY3" fmla="*/ 901561 h 901561"/>
              <a:gd name="connsiteX4" fmla="*/ 152415 w 1455521"/>
              <a:gd name="connsiteY4" fmla="*/ 901561 h 901561"/>
              <a:gd name="connsiteX5" fmla="*/ 0 w 1455521"/>
              <a:gd name="connsiteY5" fmla="*/ 633348 h 901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901561">
                <a:moveTo>
                  <a:pt x="359906" y="0"/>
                </a:moveTo>
                <a:lnTo>
                  <a:pt x="1095615" y="0"/>
                </a:lnTo>
                <a:lnTo>
                  <a:pt x="1455521" y="633348"/>
                </a:lnTo>
                <a:lnTo>
                  <a:pt x="1303107" y="901561"/>
                </a:lnTo>
                <a:lnTo>
                  <a:pt x="152415" y="901561"/>
                </a:lnTo>
                <a:lnTo>
                  <a:pt x="0" y="633348"/>
                </a:lnTo>
                <a:close/>
              </a:path>
            </a:pathLst>
          </a:cu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dirty="0">
              <a:solidFill>
                <a:schemeClr val="accent6"/>
              </a:solidFill>
            </a:endParaRPr>
          </a:p>
        </p:txBody>
      </p:sp>
      <p:sp>
        <p:nvSpPr>
          <p:cNvPr id="28" name="Объект 47">
            <a:extLst>
              <a:ext uri="{FF2B5EF4-FFF2-40B4-BE49-F238E27FC236}">
                <a16:creationId xmlns:a16="http://schemas.microsoft.com/office/drawing/2014/main" id="{073CD90F-1E45-47EC-B558-D5F638F5FE6F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2754948" y="2502098"/>
            <a:ext cx="1465840" cy="1289394"/>
          </a:xfrm>
          <a:prstGeom prst="hexagon">
            <a:avLst>
              <a:gd name="adj" fmla="val 28349"/>
              <a:gd name="vf" fmla="val 115470"/>
            </a:avLst>
          </a:prstGeom>
          <a:ln w="12700">
            <a:noFill/>
          </a:ln>
        </p:spPr>
        <p:txBody>
          <a:bodyPr rtlCol="0">
            <a:noAutofit/>
          </a:bodyPr>
          <a:lstStyle>
            <a:lvl1pPr marL="0" indent="0" algn="l">
              <a:buFontTx/>
              <a:buNone/>
              <a:defRPr lang="ru-RU" sz="1050">
                <a:solidFill>
                  <a:schemeClr val="accent6"/>
                </a:solidFill>
              </a:defRPr>
            </a:lvl1pPr>
          </a:lstStyle>
          <a:p>
            <a:pPr rtl="0"/>
            <a:r>
              <a:rPr lang="ru-RU"/>
              <a:t>Вставка рисунка</a:t>
            </a:r>
            <a:endParaRPr lang="ru-RU" altLang="zh-CN" dirty="0"/>
          </a:p>
        </p:txBody>
      </p:sp>
      <p:sp>
        <p:nvSpPr>
          <p:cNvPr id="29" name="Объект 47">
            <a:extLst>
              <a:ext uri="{FF2B5EF4-FFF2-40B4-BE49-F238E27FC236}">
                <a16:creationId xmlns:a16="http://schemas.microsoft.com/office/drawing/2014/main" id="{9A501203-35D0-41A5-A2A4-9F05FAB495C4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>
          <a:xfrm>
            <a:off x="391110" y="2493385"/>
            <a:ext cx="1465840" cy="1289394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rtlCol="0">
            <a:noAutofit/>
          </a:bodyPr>
          <a:lstStyle>
            <a:lvl1pPr marL="0" indent="0" algn="l">
              <a:buFontTx/>
              <a:buNone/>
              <a:defRPr lang="ru-RU" sz="1050">
                <a:solidFill>
                  <a:schemeClr val="accent6"/>
                </a:solidFill>
              </a:defRPr>
            </a:lvl1pPr>
          </a:lstStyle>
          <a:p>
            <a:pPr rtl="0"/>
            <a:r>
              <a:rPr lang="ru-RU"/>
              <a:t>Вставка рисунка</a:t>
            </a:r>
            <a:endParaRPr lang="ru-RU" altLang="zh-CN" dirty="0"/>
          </a:p>
        </p:txBody>
      </p:sp>
      <p:sp>
        <p:nvSpPr>
          <p:cNvPr id="30" name="Объект 47">
            <a:extLst>
              <a:ext uri="{FF2B5EF4-FFF2-40B4-BE49-F238E27FC236}">
                <a16:creationId xmlns:a16="http://schemas.microsoft.com/office/drawing/2014/main" id="{1FA62038-8BB7-45FD-896E-34738A5578BD}"/>
              </a:ext>
            </a:extLst>
          </p:cNvPr>
          <p:cNvSpPr>
            <a:spLocks noGrp="1"/>
          </p:cNvSpPr>
          <p:nvPr>
            <p:ph type="pic" sz="quarter" idx="50"/>
          </p:nvPr>
        </p:nvSpPr>
        <p:spPr>
          <a:xfrm>
            <a:off x="5151412" y="5238680"/>
            <a:ext cx="1465840" cy="1289394"/>
          </a:xfrm>
          <a:prstGeom prst="hexagon">
            <a:avLst>
              <a:gd name="adj" fmla="val 28349"/>
              <a:gd name="vf" fmla="val 115470"/>
            </a:avLst>
          </a:prstGeom>
          <a:ln w="12700">
            <a:noFill/>
          </a:ln>
        </p:spPr>
        <p:txBody>
          <a:bodyPr rtlCol="0">
            <a:noAutofit/>
          </a:bodyPr>
          <a:lstStyle>
            <a:lvl1pPr marL="0" indent="0" algn="l">
              <a:buFontTx/>
              <a:buNone/>
              <a:defRPr lang="ru-RU" sz="1050">
                <a:solidFill>
                  <a:schemeClr val="accent6"/>
                </a:solidFill>
              </a:defRPr>
            </a:lvl1pPr>
          </a:lstStyle>
          <a:p>
            <a:pPr rtl="0"/>
            <a:r>
              <a:rPr lang="ru-RU"/>
              <a:t>Вставка рисунка</a:t>
            </a:r>
            <a:endParaRPr lang="ru-RU" altLang="zh-CN" dirty="0"/>
          </a:p>
        </p:txBody>
      </p:sp>
      <p:sp>
        <p:nvSpPr>
          <p:cNvPr id="31" name="Объект 47">
            <a:extLst>
              <a:ext uri="{FF2B5EF4-FFF2-40B4-BE49-F238E27FC236}">
                <a16:creationId xmlns:a16="http://schemas.microsoft.com/office/drawing/2014/main" id="{9A7E0EE6-5885-489B-81A9-65DBC0016938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3948599" y="3194928"/>
            <a:ext cx="1465840" cy="1289394"/>
          </a:xfrm>
          <a:prstGeom prst="hexagon">
            <a:avLst>
              <a:gd name="adj" fmla="val 28349"/>
              <a:gd name="vf" fmla="val 115470"/>
            </a:avLst>
          </a:prstGeom>
          <a:ln w="12700">
            <a:noFill/>
          </a:ln>
        </p:spPr>
        <p:txBody>
          <a:bodyPr rtlCol="0">
            <a:noAutofit/>
          </a:bodyPr>
          <a:lstStyle>
            <a:lvl1pPr marL="0" indent="0" algn="l">
              <a:buFontTx/>
              <a:buNone/>
              <a:defRPr lang="ru-RU" sz="1050">
                <a:solidFill>
                  <a:schemeClr val="accent6"/>
                </a:solidFill>
              </a:defRPr>
            </a:lvl1pPr>
          </a:lstStyle>
          <a:p>
            <a:pPr rtl="0"/>
            <a:r>
              <a:rPr lang="ru-RU"/>
              <a:t>Вставка рисунка</a:t>
            </a:r>
            <a:endParaRPr lang="ru-RU" altLang="zh-CN" dirty="0"/>
          </a:p>
        </p:txBody>
      </p:sp>
      <p:sp>
        <p:nvSpPr>
          <p:cNvPr id="21" name="Объект 47" descr="Щелкните значок, чтобы добавить фото">
            <a:extLst>
              <a:ext uri="{FF2B5EF4-FFF2-40B4-BE49-F238E27FC236}">
                <a16:creationId xmlns:a16="http://schemas.microsoft.com/office/drawing/2014/main" id="{B7E46D91-6194-E279-CAE3-425E21FD4A8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096000" y="3093990"/>
            <a:ext cx="3034145" cy="1879791"/>
          </a:xfrm>
          <a:prstGeom prst="rect">
            <a:avLst/>
          </a:prstGeom>
        </p:spPr>
        <p:txBody>
          <a:bodyPr rtlCol="0" anchor="t">
            <a:noAutofit/>
          </a:bodyPr>
          <a:lstStyle>
            <a:lvl1pPr marL="0" indent="0" algn="l">
              <a:lnSpc>
                <a:spcPct val="100000"/>
              </a:lnSpc>
              <a:buNone/>
              <a:defRPr lang="ru-RU" sz="1800" b="0">
                <a:solidFill>
                  <a:schemeClr val="accent6"/>
                </a:solidFill>
              </a:defRPr>
            </a:lvl1pPr>
            <a:lvl2pPr>
              <a:defRPr lang="ru-RU" sz="1000"/>
            </a:lvl2pPr>
            <a:lvl3pPr>
              <a:defRPr lang="ru-RU" sz="900"/>
            </a:lvl3pPr>
            <a:lvl4pPr>
              <a:defRPr lang="ru-RU" sz="800"/>
            </a:lvl4pPr>
            <a:lvl5pPr>
              <a:defRPr lang="ru-RU" sz="800"/>
            </a:lvl5pPr>
          </a:lstStyle>
          <a:p>
            <a:pPr lvl="0" rtl="0"/>
            <a:r>
              <a:rPr lang="ru-RU"/>
              <a:t>Образец заголовка </a:t>
            </a:r>
          </a:p>
        </p:txBody>
      </p:sp>
      <p:sp>
        <p:nvSpPr>
          <p:cNvPr id="22" name="Заголовок 1">
            <a:extLst>
              <a:ext uri="{FF2B5EF4-FFF2-40B4-BE49-F238E27FC236}">
                <a16:creationId xmlns:a16="http://schemas.microsoft.com/office/drawing/2014/main" id="{4722C9EB-D452-B3DF-5219-160F48DE7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1703538"/>
            <a:ext cx="5055698" cy="1325563"/>
          </a:xfrm>
        </p:spPr>
        <p:txBody>
          <a:bodyPr rtlCol="0" anchor="b">
            <a:noAutofit/>
          </a:bodyPr>
          <a:lstStyle>
            <a:lvl1pPr>
              <a:defRPr lang="ru-RU">
                <a:solidFill>
                  <a:schemeClr val="accent6"/>
                </a:solidFill>
              </a:defRPr>
            </a:lvl1pPr>
          </a:lstStyle>
          <a:p>
            <a:pPr rtl="0"/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40" name="Полилиния 39">
            <a:extLst>
              <a:ext uri="{FF2B5EF4-FFF2-40B4-BE49-F238E27FC236}">
                <a16:creationId xmlns:a16="http://schemas.microsoft.com/office/drawing/2014/main" id="{E3C8467A-0A34-2A65-92FE-F12F6A3D84A6}"/>
              </a:ext>
            </a:extLst>
          </p:cNvPr>
          <p:cNvSpPr/>
          <p:nvPr userDrawn="1"/>
        </p:nvSpPr>
        <p:spPr>
          <a:xfrm>
            <a:off x="-6538" y="1815084"/>
            <a:ext cx="697438" cy="1266696"/>
          </a:xfrm>
          <a:custGeom>
            <a:avLst/>
            <a:gdLst>
              <a:gd name="connsiteX0" fmla="*/ 0 w 732607"/>
              <a:gd name="connsiteY0" fmla="*/ 0 h 1266696"/>
              <a:gd name="connsiteX1" fmla="*/ 372701 w 732607"/>
              <a:gd name="connsiteY1" fmla="*/ 0 h 1266696"/>
              <a:gd name="connsiteX2" fmla="*/ 732607 w 732607"/>
              <a:gd name="connsiteY2" fmla="*/ 633348 h 1266696"/>
              <a:gd name="connsiteX3" fmla="*/ 372701 w 732607"/>
              <a:gd name="connsiteY3" fmla="*/ 1266696 h 1266696"/>
              <a:gd name="connsiteX4" fmla="*/ 0 w 732607"/>
              <a:gd name="connsiteY4" fmla="*/ 1266696 h 1266696"/>
              <a:gd name="connsiteX0" fmla="*/ 43961 w 732607"/>
              <a:gd name="connsiteY0" fmla="*/ 8793 h 1266696"/>
              <a:gd name="connsiteX1" fmla="*/ 372701 w 732607"/>
              <a:gd name="connsiteY1" fmla="*/ 0 h 1266696"/>
              <a:gd name="connsiteX2" fmla="*/ 732607 w 732607"/>
              <a:gd name="connsiteY2" fmla="*/ 633348 h 1266696"/>
              <a:gd name="connsiteX3" fmla="*/ 372701 w 732607"/>
              <a:gd name="connsiteY3" fmla="*/ 1266696 h 1266696"/>
              <a:gd name="connsiteX4" fmla="*/ 0 w 732607"/>
              <a:gd name="connsiteY4" fmla="*/ 1266696 h 1266696"/>
              <a:gd name="connsiteX5" fmla="*/ 43961 w 732607"/>
              <a:gd name="connsiteY5" fmla="*/ 8793 h 1266696"/>
              <a:gd name="connsiteX0" fmla="*/ 8792 w 697438"/>
              <a:gd name="connsiteY0" fmla="*/ 8793 h 1266696"/>
              <a:gd name="connsiteX1" fmla="*/ 337532 w 697438"/>
              <a:gd name="connsiteY1" fmla="*/ 0 h 1266696"/>
              <a:gd name="connsiteX2" fmla="*/ 697438 w 697438"/>
              <a:gd name="connsiteY2" fmla="*/ 633348 h 1266696"/>
              <a:gd name="connsiteX3" fmla="*/ 337532 w 697438"/>
              <a:gd name="connsiteY3" fmla="*/ 1266696 h 1266696"/>
              <a:gd name="connsiteX4" fmla="*/ 0 w 697438"/>
              <a:gd name="connsiteY4" fmla="*/ 1266696 h 1266696"/>
              <a:gd name="connsiteX5" fmla="*/ 8792 w 697438"/>
              <a:gd name="connsiteY5" fmla="*/ 8793 h 1266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97438" h="1266696">
                <a:moveTo>
                  <a:pt x="8792" y="8793"/>
                </a:moveTo>
                <a:lnTo>
                  <a:pt x="337532" y="0"/>
                </a:lnTo>
                <a:lnTo>
                  <a:pt x="697438" y="633348"/>
                </a:lnTo>
                <a:lnTo>
                  <a:pt x="337532" y="1266696"/>
                </a:lnTo>
                <a:lnTo>
                  <a:pt x="0" y="1266696"/>
                </a:lnTo>
                <a:cubicBezTo>
                  <a:pt x="0" y="844464"/>
                  <a:pt x="8792" y="431025"/>
                  <a:pt x="8792" y="8793"/>
                </a:cubicBezTo>
                <a:close/>
              </a:path>
            </a:pathLst>
          </a:custGeom>
          <a:noFill/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034555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Заголовок и контент с оформление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олилиния: Фигура 5">
            <a:extLst>
              <a:ext uri="{FF2B5EF4-FFF2-40B4-BE49-F238E27FC236}">
                <a16:creationId xmlns:a16="http://schemas.microsoft.com/office/drawing/2014/main" id="{3F619E6B-153E-B522-47EB-4104C405736C}"/>
              </a:ext>
            </a:extLst>
          </p:cNvPr>
          <p:cNvSpPr/>
          <p:nvPr userDrawn="1"/>
        </p:nvSpPr>
        <p:spPr>
          <a:xfrm>
            <a:off x="10551278" y="4665388"/>
            <a:ext cx="603952" cy="68174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0F253E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12" name="Полилиния 11">
            <a:extLst>
              <a:ext uri="{FF2B5EF4-FFF2-40B4-BE49-F238E27FC236}">
                <a16:creationId xmlns:a16="http://schemas.microsoft.com/office/drawing/2014/main" id="{687A7B3D-E004-6D6A-5979-8F1BADBC9237}"/>
              </a:ext>
            </a:extLst>
          </p:cNvPr>
          <p:cNvSpPr/>
          <p:nvPr userDrawn="1"/>
        </p:nvSpPr>
        <p:spPr>
          <a:xfrm>
            <a:off x="10524774" y="5146146"/>
            <a:ext cx="1667226" cy="1711855"/>
          </a:xfrm>
          <a:custGeom>
            <a:avLst/>
            <a:gdLst>
              <a:gd name="connsiteX0" fmla="*/ 998834 w 1667226"/>
              <a:gd name="connsiteY0" fmla="*/ 0 h 1711855"/>
              <a:gd name="connsiteX1" fmla="*/ 1667226 w 1667226"/>
              <a:gd name="connsiteY1" fmla="*/ 373790 h 1711855"/>
              <a:gd name="connsiteX2" fmla="*/ 1667226 w 1667226"/>
              <a:gd name="connsiteY2" fmla="*/ 1711855 h 1711855"/>
              <a:gd name="connsiteX3" fmla="*/ 48502 w 1667226"/>
              <a:gd name="connsiteY3" fmla="*/ 1711855 h 1711855"/>
              <a:gd name="connsiteX4" fmla="*/ 0 w 1667226"/>
              <a:gd name="connsiteY4" fmla="*/ 1684915 h 1711855"/>
              <a:gd name="connsiteX5" fmla="*/ 0 w 1667226"/>
              <a:gd name="connsiteY5" fmla="*/ 564300 h 17118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67226" h="1711855">
                <a:moveTo>
                  <a:pt x="998834" y="0"/>
                </a:moveTo>
                <a:lnTo>
                  <a:pt x="1667226" y="373790"/>
                </a:lnTo>
                <a:lnTo>
                  <a:pt x="1667226" y="1711855"/>
                </a:lnTo>
                <a:lnTo>
                  <a:pt x="48502" y="1711855"/>
                </a:lnTo>
                <a:lnTo>
                  <a:pt x="0" y="1684915"/>
                </a:lnTo>
                <a:lnTo>
                  <a:pt x="0" y="564300"/>
                </a:lnTo>
                <a:close/>
              </a:path>
            </a:pathLst>
          </a:custGeom>
          <a:noFill/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ru-RU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0F253E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13" name="Полилиния: Фигура 11">
            <a:extLst>
              <a:ext uri="{FF2B5EF4-FFF2-40B4-BE49-F238E27FC236}">
                <a16:creationId xmlns:a16="http://schemas.microsoft.com/office/drawing/2014/main" id="{A4CA3A93-BDBF-112D-54A0-05BF6B06BCC1}"/>
              </a:ext>
            </a:extLst>
          </p:cNvPr>
          <p:cNvSpPr/>
          <p:nvPr userDrawn="1"/>
        </p:nvSpPr>
        <p:spPr>
          <a:xfrm>
            <a:off x="10177285" y="5347130"/>
            <a:ext cx="748554" cy="85636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ru-RU"/>
            </a:pPr>
            <a:endParaRPr kumimoji="0" lang="ru-RU" sz="1800" b="1" i="0" u="none" strike="noStrike" kern="0" cap="none" spc="0" normalizeH="0" baseline="0" noProof="0" dirty="0">
              <a:ln>
                <a:noFill/>
              </a:ln>
              <a:solidFill>
                <a:srgbClr val="0F253E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728715E-D2CE-A33E-1A28-4E627F239BBE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 rtlCol="0">
            <a:noAutofit/>
          </a:bodyPr>
          <a:lstStyle>
            <a:lvl1pPr>
              <a:defRPr lang="ru-RU">
                <a:solidFill>
                  <a:schemeClr val="accent6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7FEACEE-25B4-4A2D-B147-27296E36371D}" type="slidenum">
              <a:rPr kumimoji="0" lang="ru-RU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rgbClr val="0F253E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F253E"/>
              </a:solidFill>
              <a:effectLst/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343980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alpha val="2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Контент 47">
            <a:extLst>
              <a:ext uri="{FF2B5EF4-FFF2-40B4-BE49-F238E27FC236}">
                <a16:creationId xmlns:a16="http://schemas.microsoft.com/office/drawing/2014/main" id="{28B6388A-37D2-4382-A7FC-9B9A76BDE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94169" y="6217920"/>
            <a:ext cx="458592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ru-RU" sz="1200">
                <a:solidFill>
                  <a:schemeClr val="accent6"/>
                </a:solidFill>
                <a:latin typeface="+mn-lt"/>
              </a:defRPr>
            </a:lvl1pPr>
          </a:lstStyle>
          <a:p>
            <a:pPr rtl="0"/>
            <a:fld id="{47FEACEE-25B4-4A2D-B147-27296E36371D}" type="slidenum">
              <a:rPr lang="ru-RU" altLang="zh-CN" smtClean="0"/>
              <a:pPr/>
              <a:t>‹#›</a:t>
            </a:fld>
            <a:endParaRPr lang="ru-RU" altLang="zh-CN" dirty="0"/>
          </a:p>
        </p:txBody>
      </p:sp>
      <p:sp>
        <p:nvSpPr>
          <p:cNvPr id="6" name="Текст 2">
            <a:extLst>
              <a:ext uri="{FF2B5EF4-FFF2-40B4-BE49-F238E27FC236}">
                <a16:creationId xmlns:a16="http://schemas.microsoft.com/office/drawing/2014/main" id="{18CB8A3D-9A54-FD7C-F6A5-B33E6C891A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ru-RU"/>
            </a:defPPr>
          </a:lstStyle>
          <a:p>
            <a:pPr lvl="0" rtl="0"/>
            <a:r>
              <a:rPr lang="ru-RU" noProof="0" dirty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 dirty="0"/>
              <a:t>Второй уровень</a:t>
            </a:r>
          </a:p>
          <a:p>
            <a:pPr lvl="2" rtl="0"/>
            <a:r>
              <a:rPr lang="ru-RU" noProof="0" dirty="0"/>
              <a:t>Третий уровень</a:t>
            </a:r>
          </a:p>
          <a:p>
            <a:pPr lvl="3" rtl="0"/>
            <a:r>
              <a:rPr lang="ru-RU" noProof="0" dirty="0"/>
              <a:t>Четвертый уровень</a:t>
            </a:r>
          </a:p>
          <a:p>
            <a:pPr lvl="4" rtl="0"/>
            <a:r>
              <a:rPr lang="ru-RU" noProof="0" dirty="0"/>
              <a:t>Пятый уровень</a:t>
            </a:r>
          </a:p>
        </p:txBody>
      </p:sp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F38A7675-78A2-B642-22AF-B98514C68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ru-RU"/>
            </a:defPPr>
          </a:lstStyle>
          <a:p>
            <a:pPr rtl="0"/>
            <a:r>
              <a:rPr lang="ru-RU" noProof="0" dirty="0"/>
              <a:t>Образец заголовка</a:t>
            </a:r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176125D-E69D-E2ED-1549-3D67DBD487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4632" y="621792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lang="ru-RU" sz="1200">
                <a:solidFill>
                  <a:schemeClr val="accent6"/>
                </a:solidFill>
                <a:latin typeface="+mn-lt"/>
              </a:defRPr>
            </a:lvl1pPr>
          </a:lstStyle>
          <a:p>
            <a:pPr rtl="0"/>
            <a:r>
              <a:rPr lang="ru-RU" dirty="0"/>
              <a:t>Название презентации</a:t>
            </a:r>
          </a:p>
        </p:txBody>
      </p:sp>
    </p:spTree>
    <p:extLst>
      <p:ext uri="{BB962C8B-B14F-4D97-AF65-F5344CB8AC3E}">
        <p14:creationId xmlns:p14="http://schemas.microsoft.com/office/powerpoint/2010/main" val="32042890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  <p:sldLayoutId id="2147483696" r:id="rId4"/>
    <p:sldLayoutId id="2147483697" r:id="rId5"/>
    <p:sldLayoutId id="2147483698" r:id="rId6"/>
    <p:sldLayoutId id="2147483710" r:id="rId7"/>
    <p:sldLayoutId id="2147483709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  <p:sldLayoutId id="2147483706" r:id="rId16"/>
    <p:sldLayoutId id="2147483707" r:id="rId17"/>
    <p:sldLayoutId id="2147483708" r:id="rId18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ru-RU" sz="4400" b="1" kern="120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ru-RU" sz="20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20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20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20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032">
          <p15:clr>
            <a:srgbClr val="F26B43"/>
          </p15:clr>
        </p15:guide>
        <p15:guide id="2" pos="3840">
          <p15:clr>
            <a:srgbClr val="F26B43"/>
          </p15:clr>
        </p15:guide>
        <p15:guide id="3" pos="5640">
          <p15:clr>
            <a:srgbClr val="F26B43"/>
          </p15:clr>
        </p15:guide>
        <p15:guide id="4" pos="1656">
          <p15:clr>
            <a:srgbClr val="F26B43"/>
          </p15:clr>
        </p15:guide>
        <p15:guide id="5" pos="5208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3">
            <a:alpha val="2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Контент 47">
            <a:extLst>
              <a:ext uri="{FF2B5EF4-FFF2-40B4-BE49-F238E27FC236}">
                <a16:creationId xmlns:a16="http://schemas.microsoft.com/office/drawing/2014/main" id="{28B6388A-37D2-4382-A7FC-9B9A76BDE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94169" y="6217920"/>
            <a:ext cx="458592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ru-RU" sz="1200">
                <a:solidFill>
                  <a:schemeClr val="accent6"/>
                </a:solidFill>
                <a:latin typeface="+mn-lt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7FEACEE-25B4-4A2D-B147-27296E36371D}" type="slidenum">
              <a:rPr kumimoji="0" lang="ru-RU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rgbClr val="0F253E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F253E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6" name="Текст 2">
            <a:extLst>
              <a:ext uri="{FF2B5EF4-FFF2-40B4-BE49-F238E27FC236}">
                <a16:creationId xmlns:a16="http://schemas.microsoft.com/office/drawing/2014/main" id="{18CB8A3D-9A54-FD7C-F6A5-B33E6C891A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ru-RU"/>
            </a:defPPr>
          </a:lstStyle>
          <a:p>
            <a:pPr lvl="0" rtl="0"/>
            <a:r>
              <a:rPr lang="ru-RU" noProof="0" dirty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 dirty="0"/>
              <a:t>Второй уровень</a:t>
            </a:r>
          </a:p>
          <a:p>
            <a:pPr lvl="2" rtl="0"/>
            <a:r>
              <a:rPr lang="ru-RU" noProof="0" dirty="0"/>
              <a:t>Третий уровень</a:t>
            </a:r>
          </a:p>
          <a:p>
            <a:pPr lvl="3" rtl="0"/>
            <a:r>
              <a:rPr lang="ru-RU" noProof="0" dirty="0"/>
              <a:t>Четвертый уровень</a:t>
            </a:r>
          </a:p>
          <a:p>
            <a:pPr lvl="4" rtl="0"/>
            <a:r>
              <a:rPr lang="ru-RU" noProof="0" dirty="0"/>
              <a:t>Пятый уровень</a:t>
            </a:r>
          </a:p>
        </p:txBody>
      </p:sp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F38A7675-78A2-B642-22AF-B98514C68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ru-RU"/>
            </a:defPPr>
          </a:lstStyle>
          <a:p>
            <a:pPr rtl="0"/>
            <a:r>
              <a:rPr lang="ru-RU" noProof="0" dirty="0"/>
              <a:t>Образец заголовка</a:t>
            </a:r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176125D-E69D-E2ED-1549-3D67DBD487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4632" y="621792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lang="ru-RU" sz="1200">
                <a:solidFill>
                  <a:schemeClr val="accent6"/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0F253E"/>
                </a:solidFill>
                <a:effectLst/>
                <a:uLnTx/>
                <a:uFillTx/>
                <a:ea typeface="+mn-ea"/>
                <a:cs typeface="+mn-cs"/>
              </a:rPr>
              <a:t>Название презентации</a:t>
            </a:r>
          </a:p>
        </p:txBody>
      </p:sp>
    </p:spTree>
    <p:extLst>
      <p:ext uri="{BB962C8B-B14F-4D97-AF65-F5344CB8AC3E}">
        <p14:creationId xmlns:p14="http://schemas.microsoft.com/office/powerpoint/2010/main" val="40130253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ru-RU" sz="4400" b="1" kern="120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ru-RU" sz="20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20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20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20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032">
          <p15:clr>
            <a:srgbClr val="F26B43"/>
          </p15:clr>
        </p15:guide>
        <p15:guide id="2" pos="3840">
          <p15:clr>
            <a:srgbClr val="F26B43"/>
          </p15:clr>
        </p15:guide>
        <p15:guide id="3" pos="5640">
          <p15:clr>
            <a:srgbClr val="F26B43"/>
          </p15:clr>
        </p15:guide>
        <p15:guide id="4" pos="1656">
          <p15:clr>
            <a:srgbClr val="F26B43"/>
          </p15:clr>
        </p15:guide>
        <p15:guide id="5" pos="520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4" Type="http://schemas.openxmlformats.org/officeDocument/2006/relationships/chart" Target="../charts/char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олилиния: Фигура 11">
            <a:extLst>
              <a:ext uri="{FF2B5EF4-FFF2-40B4-BE49-F238E27FC236}">
                <a16:creationId xmlns:a16="http://schemas.microsoft.com/office/drawing/2014/main" id="{01A79B69-242C-3AEB-4A42-7A606A54C6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857505" y="838985"/>
            <a:ext cx="1637958" cy="187385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tx2">
                <a:lumMod val="50000"/>
                <a:lumOff val="50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ru-RU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ru-RU"/>
            </a:pPr>
            <a:endParaRPr kumimoji="0" lang="ru-RU" sz="18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14" name="Полилиния: Фигура 11">
            <a:extLst>
              <a:ext uri="{FF2B5EF4-FFF2-40B4-BE49-F238E27FC236}">
                <a16:creationId xmlns:a16="http://schemas.microsoft.com/office/drawing/2014/main" id="{E5D4DE6D-89C8-6FFF-287D-3F3BAD416C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676484" y="2363230"/>
            <a:ext cx="1637958" cy="187385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  <a:alpha val="50196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>
            <a:defPPr>
              <a:defRPr lang="ru-RU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ru-RU"/>
            </a:pPr>
            <a:endParaRPr kumimoji="0" lang="ru-RU" sz="18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9736CA7-250C-43AF-8B04-8CF26CCB17B6}"/>
              </a:ext>
            </a:extLst>
          </p:cNvPr>
          <p:cNvSpPr txBox="1"/>
          <p:nvPr/>
        </p:nvSpPr>
        <p:spPr>
          <a:xfrm>
            <a:off x="0" y="2997062"/>
            <a:ext cx="12192000" cy="10156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ru-RU" sz="2000" b="1" dirty="0">
                <a:solidFill>
                  <a:srgbClr val="002060"/>
                </a:solidFill>
                <a:effectLst/>
                <a:latin typeface="+mj-lt"/>
                <a:ea typeface="Times New Roman" panose="02020603050405020304" pitchFamily="18" charset="0"/>
              </a:rPr>
              <a:t>РАЗРАБОТКА ПРОГРАММНОГО КОМПЛЕКСА ДЛЯ АВТОМАТИЧЕСКОЙ ДЕТЕКЦИИ И АНАЛИЗА ОБЪЕКТОВ НА ФОТОСНИМКАХ С ИСПОЛЬЗОВАНИЕМ НЕЙРОСЕТЕВЫХ МЕТОДОВ.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06AA8D5-0997-4950-A05A-954166E1DDE0}"/>
              </a:ext>
            </a:extLst>
          </p:cNvPr>
          <p:cNvSpPr txBox="1"/>
          <p:nvPr/>
        </p:nvSpPr>
        <p:spPr>
          <a:xfrm>
            <a:off x="8830885" y="4860404"/>
            <a:ext cx="3352800" cy="203132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defTabSz="336920">
              <a:spcBef>
                <a:spcPct val="0"/>
              </a:spcBef>
            </a:pPr>
            <a:r>
              <a:rPr lang="ru-RU" altLang="ru-RU" b="1" dirty="0">
                <a:solidFill>
                  <a:srgbClr val="002060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Выполнил</a:t>
            </a:r>
            <a:r>
              <a:rPr lang="en-US" altLang="ru-RU" b="1" dirty="0">
                <a:solidFill>
                  <a:srgbClr val="002060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:</a:t>
            </a:r>
            <a:r>
              <a:rPr lang="en-US" altLang="ru-RU" dirty="0">
                <a:solidFill>
                  <a:srgbClr val="002060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 </a:t>
            </a:r>
          </a:p>
          <a:p>
            <a:pPr algn="r" defTabSz="336920">
              <a:spcBef>
                <a:spcPct val="0"/>
              </a:spcBef>
            </a:pPr>
            <a:r>
              <a:rPr lang="ru-RU" altLang="ru-RU" dirty="0">
                <a:solidFill>
                  <a:srgbClr val="002060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ст. гр. ПРИм-124 </a:t>
            </a:r>
          </a:p>
          <a:p>
            <a:pPr algn="r" defTabSz="336920">
              <a:spcBef>
                <a:spcPct val="0"/>
              </a:spcBef>
            </a:pPr>
            <a:r>
              <a:rPr lang="ru-RU" altLang="ru-RU" b="1" dirty="0">
                <a:solidFill>
                  <a:srgbClr val="002060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Зотов А.И.</a:t>
            </a:r>
            <a:endParaRPr lang="en-US" altLang="ru-RU" b="1" dirty="0">
              <a:solidFill>
                <a:srgbClr val="002060"/>
              </a:solidFill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  <a:p>
            <a:pPr algn="r" defTabSz="336920">
              <a:spcBef>
                <a:spcPct val="0"/>
              </a:spcBef>
            </a:pPr>
            <a:endParaRPr lang="ru-RU" altLang="ru-RU" b="1" dirty="0">
              <a:solidFill>
                <a:srgbClr val="002060"/>
              </a:solidFill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  <a:p>
            <a:pPr algn="r" defTabSz="336920">
              <a:spcBef>
                <a:spcPct val="0"/>
              </a:spcBef>
            </a:pPr>
            <a:r>
              <a:rPr lang="ru-RU" altLang="ru-RU" b="1" dirty="0">
                <a:solidFill>
                  <a:srgbClr val="002060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Проверил:</a:t>
            </a:r>
            <a:r>
              <a:rPr lang="ru-RU" altLang="ru-RU" dirty="0">
                <a:solidFill>
                  <a:srgbClr val="002060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 </a:t>
            </a:r>
            <a:endParaRPr lang="en-US" altLang="ru-RU" dirty="0">
              <a:solidFill>
                <a:srgbClr val="002060"/>
              </a:solidFill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  <a:p>
            <a:pPr algn="r" defTabSz="336920">
              <a:spcBef>
                <a:spcPct val="0"/>
              </a:spcBef>
            </a:pPr>
            <a:r>
              <a:rPr lang="ru-RU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доц. каф. ИСПИ</a:t>
            </a:r>
          </a:p>
          <a:p>
            <a:pPr algn="r" defTabSz="336920">
              <a:spcBef>
                <a:spcPct val="0"/>
              </a:spcBef>
            </a:pPr>
            <a:r>
              <a:rPr lang="ru-RU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Адрианова В. И. </a:t>
            </a:r>
            <a:endParaRPr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1EBAC5A-61C7-4A09-BD8B-54D2FE77DC5A}"/>
              </a:ext>
            </a:extLst>
          </p:cNvPr>
          <p:cNvSpPr txBox="1"/>
          <p:nvPr/>
        </p:nvSpPr>
        <p:spPr>
          <a:xfrm>
            <a:off x="-8315" y="24452"/>
            <a:ext cx="12192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Министерство науки и высшего образования Российской Федерации</a:t>
            </a:r>
          </a:p>
          <a:p>
            <a:pPr algn="ctr"/>
            <a:r>
              <a:rPr lang="ru-RU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Федеральное государственное бюджетное образовательное учреждения высшего образования</a:t>
            </a:r>
          </a:p>
          <a:p>
            <a:pPr algn="ctr"/>
            <a:r>
              <a:rPr lang="ru-RU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«Владимирский Государственный университет им. А.Г. и Н.Г. Столетовых» (</a:t>
            </a:r>
            <a:r>
              <a:rPr lang="ru-RU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ВлГУ</a:t>
            </a:r>
            <a:r>
              <a:rPr lang="ru-RU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D6DB6F2-993A-4129-BAA6-DF6AD2B76C1C}"/>
              </a:ext>
            </a:extLst>
          </p:cNvPr>
          <p:cNvSpPr txBox="1"/>
          <p:nvPr/>
        </p:nvSpPr>
        <p:spPr>
          <a:xfrm>
            <a:off x="0" y="1727416"/>
            <a:ext cx="1219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b="1" dirty="0">
                <a:solidFill>
                  <a:srgbClr val="00206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Исследовательский кейс</a:t>
            </a:r>
          </a:p>
          <a:p>
            <a:pPr algn="ctr"/>
            <a:r>
              <a:rPr lang="ru-RU" dirty="0">
                <a:solidFill>
                  <a:srgbClr val="00206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на тему</a:t>
            </a:r>
            <a:endParaRPr lang="en-US" dirty="0">
              <a:solidFill>
                <a:srgbClr val="00206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888ACC5-7104-4AFA-94E0-6172F0D70244}"/>
              </a:ext>
            </a:extLst>
          </p:cNvPr>
          <p:cNvSpPr txBox="1"/>
          <p:nvPr/>
        </p:nvSpPr>
        <p:spPr>
          <a:xfrm>
            <a:off x="-91440" y="7766287"/>
            <a:ext cx="12268200" cy="463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50" b="0" i="0">
                <a:solidFill>
                  <a:srgbClr val="D6E5EF"/>
                </a:solidFill>
                <a:latin typeface="Roboto"/>
              </a:defRPr>
            </a:pPr>
            <a:r>
              <a:rPr lang="ru-RU" sz="2400" dirty="0" err="1">
                <a:solidFill>
                  <a:srgbClr val="002060"/>
                </a:solidFill>
                <a:latin typeface="Roboto Slab"/>
              </a:rPr>
              <a:t>ВлГУ</a:t>
            </a:r>
            <a:r>
              <a:rPr lang="ru-RU" sz="2400" dirty="0">
                <a:solidFill>
                  <a:srgbClr val="002060"/>
                </a:solidFill>
                <a:latin typeface="Roboto Slab"/>
              </a:rPr>
              <a:t>, 2025 г.</a:t>
            </a:r>
          </a:p>
        </p:txBody>
      </p:sp>
    </p:spTree>
    <p:extLst>
      <p:ext uri="{BB962C8B-B14F-4D97-AF65-F5344CB8AC3E}">
        <p14:creationId xmlns:p14="http://schemas.microsoft.com/office/powerpoint/2010/main" val="32840546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31C7500-E032-DBB5-A780-8247E3B7367B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7FEACEE-25B4-4A2D-B147-27296E36371D}" type="slidenum">
              <a:rPr kumimoji="0" lang="ru-RU" altLang="zh-CN" sz="1800" b="0" i="0" u="none" strike="noStrike" kern="1200" cap="none" spc="0" normalizeH="0" baseline="0" noProof="0" smtClean="0">
                <a:ln>
                  <a:noFill/>
                </a:ln>
                <a:solidFill>
                  <a:srgbClr val="0F253E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ru-RU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F253E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178D9A5A-E821-475A-BDDE-90723D59F43B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76028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defPPr>
              <a:defRPr lang="ru-RU"/>
            </a:defPPr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ru-RU" sz="4400" b="1" kern="120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6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 Black"/>
                <a:ea typeface="+mj-ea"/>
              </a:rPr>
              <a:t>Цели и задачи исследования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84FF66-7A1A-4B35-9C37-010F38679673}"/>
              </a:ext>
            </a:extLst>
          </p:cNvPr>
          <p:cNvSpPr txBox="1"/>
          <p:nvPr/>
        </p:nvSpPr>
        <p:spPr>
          <a:xfrm>
            <a:off x="-1656" y="760288"/>
            <a:ext cx="12193656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latin typeface="Arial" panose="020B0604020202020204" pitchFamily="34" charset="0"/>
                <a:cs typeface="Arial" panose="020B0604020202020204" pitchFamily="34" charset="0"/>
              </a:rPr>
              <a:t>Цель исследования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endParaRPr lang="ru-RU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Построение регрессионной модели для объяснения зависимости абсолютной ошибки определения расстояния до объекта </a:t>
            </a:r>
            <a:r>
              <a:rPr lang="en-US" sz="2400" dirty="0">
                <a:effectLst/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y</a:t>
            </a:r>
            <a:r>
              <a:rPr lang="ru-RU" sz="2400" baseline="-25000" dirty="0">
                <a:effectLst/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1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/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sz="2400" b="1" dirty="0">
                <a:latin typeface="Arial" panose="020B0604020202020204" pitchFamily="34" charset="0"/>
                <a:cs typeface="Arial" panose="020B0604020202020204" pitchFamily="34" charset="0"/>
              </a:rPr>
              <a:t>Задачи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ru-RU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indent="-285750" algn="just">
              <a:buFont typeface="Arial" panose="020B0604020202020204" pitchFamily="34" charset="0"/>
              <a:buChar char="•"/>
            </a:pP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Определить план проведения эксперимента по исследованию.</a:t>
            </a:r>
          </a:p>
          <a:p>
            <a:pPr indent="-285750" algn="just">
              <a:buFont typeface="Arial" panose="020B0604020202020204" pitchFamily="34" charset="0"/>
              <a:buChar char="•"/>
            </a:pP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Сформировать серии фотоснимков с фиксированными параметрами камеры.</a:t>
            </a:r>
          </a:p>
          <a:p>
            <a:pPr indent="-285750" algn="just">
              <a:buFont typeface="Arial" panose="020B0604020202020204" pitchFamily="34" charset="0"/>
              <a:buChar char="•"/>
            </a:pP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Подготовить данные, преобразовать качественные факторы в числовые.</a:t>
            </a:r>
          </a:p>
          <a:p>
            <a:pPr indent="-285750" algn="just">
              <a:buFont typeface="Arial" panose="020B0604020202020204" pitchFamily="34" charset="0"/>
              <a:buChar char="•"/>
            </a:pP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Провести корреляционный и регрессионный анализ.</a:t>
            </a:r>
          </a:p>
          <a:p>
            <a:pPr indent="-285750" algn="just">
              <a:buFont typeface="Arial" panose="020B0604020202020204" pitchFamily="34" charset="0"/>
              <a:buChar char="•"/>
            </a:pP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Оценить применимость модели для определения дистанции и её ограничения.</a:t>
            </a:r>
          </a:p>
        </p:txBody>
      </p:sp>
    </p:spTree>
    <p:extLst>
      <p:ext uri="{BB962C8B-B14F-4D97-AF65-F5344CB8AC3E}">
        <p14:creationId xmlns:p14="http://schemas.microsoft.com/office/powerpoint/2010/main" val="31911924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31C7500-E032-DBB5-A780-8247E3B7367B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47FEACEE-25B4-4A2D-B147-27296E36371D}" type="slidenum">
              <a:rPr lang="ru-RU" altLang="zh-CN" sz="1800" noProof="0" smtClean="0"/>
              <a:pPr rtl="0"/>
              <a:t>3</a:t>
            </a:fld>
            <a:endParaRPr lang="ru-RU" altLang="zh-CN" sz="1800" noProof="0" dirty="0"/>
          </a:p>
        </p:txBody>
      </p:sp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178D9A5A-E821-475A-BDDE-90723D59F43B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76028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defPPr>
              <a:defRPr lang="ru-RU"/>
            </a:defPPr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ru-RU" sz="4400" b="1" kern="120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ru-RU" sz="3600" dirty="0">
                <a:solidFill>
                  <a:srgbClr val="002060"/>
                </a:solidFill>
              </a:rPr>
              <a:t>Объект исследования</a:t>
            </a:r>
          </a:p>
          <a:p>
            <a:pPr algn="ctr">
              <a:lnSpc>
                <a:spcPct val="100000"/>
              </a:lnSpc>
            </a:pPr>
            <a:endParaRPr lang="ru-RU" sz="3600" dirty="0">
              <a:solidFill>
                <a:srgbClr val="00206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7CAA681-7454-4EB2-9839-864E4C4C2B8C}"/>
              </a:ext>
            </a:extLst>
          </p:cNvPr>
          <p:cNvSpPr txBox="1"/>
          <p:nvPr/>
        </p:nvSpPr>
        <p:spPr>
          <a:xfrm>
            <a:off x="4194869" y="760288"/>
            <a:ext cx="7998787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Автоматическая идентификация автомобиля на фотоснимках для расчёта расстояния до цели.</a:t>
            </a:r>
          </a:p>
          <a:p>
            <a:pPr algn="just"/>
            <a:endParaRPr lang="ru-RU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ru-RU" sz="2400" b="1" dirty="0">
                <a:latin typeface="Arial" panose="020B0604020202020204" pitchFamily="34" charset="0"/>
                <a:cs typeface="Arial" panose="020B0604020202020204" pitchFamily="34" charset="0"/>
              </a:rPr>
              <a:t>Этапы исследования:</a:t>
            </a:r>
          </a:p>
          <a:p>
            <a:pPr algn="just"/>
            <a:endParaRPr lang="ru-RU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buFont typeface="+mj-lt"/>
              <a:buAutoNum type="arabicPeriod"/>
            </a:pP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 Получение фотографий с камеры iPhone 11 (.</a:t>
            </a:r>
            <a:r>
              <a:rPr lang="ru-RU" sz="2400" dirty="0" err="1">
                <a:latin typeface="Arial" panose="020B0604020202020204" pitchFamily="34" charset="0"/>
                <a:cs typeface="Arial" panose="020B0604020202020204" pitchFamily="34" charset="0"/>
              </a:rPr>
              <a:t>heic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  <a:p>
            <a:pPr algn="just">
              <a:buFont typeface="+mj-lt"/>
              <a:buAutoNum type="arabicPeriod"/>
            </a:pP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Предварительная обработка изображений.</a:t>
            </a:r>
          </a:p>
          <a:p>
            <a:pPr algn="just">
              <a:buFont typeface="+mj-lt"/>
              <a:buAutoNum type="arabicPeriod"/>
            </a:pP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Определение положения автомобиля с помощью YOLO-8n.</a:t>
            </a:r>
          </a:p>
          <a:p>
            <a:pPr algn="just">
              <a:buFont typeface="+mj-lt"/>
              <a:buAutoNum type="arabicPeriod"/>
            </a:pP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Формирование результатов (.</a:t>
            </a:r>
            <a:r>
              <a:rPr lang="ru-RU" sz="2400" dirty="0" err="1">
                <a:latin typeface="Arial" panose="020B0604020202020204" pitchFamily="34" charset="0"/>
                <a:cs typeface="Arial" panose="020B0604020202020204" pitchFamily="34" charset="0"/>
              </a:rPr>
              <a:t>png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, .</a:t>
            </a:r>
            <a:r>
              <a:rPr lang="ru-RU" sz="2400" dirty="0" err="1">
                <a:latin typeface="Arial" panose="020B0604020202020204" pitchFamily="34" charset="0"/>
                <a:cs typeface="Arial" panose="020B0604020202020204" pitchFamily="34" charset="0"/>
              </a:rPr>
              <a:t>csv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). </a:t>
            </a:r>
          </a:p>
          <a:p>
            <a:pPr algn="just">
              <a:buFont typeface="+mj-lt"/>
              <a:buAutoNum type="arabicPeriod"/>
            </a:pP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Отбор целевого объекта – Renault </a:t>
            </a:r>
            <a:r>
              <a:rPr lang="ru-RU" sz="2400" dirty="0" err="1">
                <a:latin typeface="Arial" panose="020B0604020202020204" pitchFamily="34" charset="0"/>
                <a:cs typeface="Arial" panose="020B0604020202020204" pitchFamily="34" charset="0"/>
              </a:rPr>
              <a:t>Sandero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, 2020 г., коричневый цвет) дополнение признаков: время, погода, качество фото.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3051FAF-01EF-4B36-8F5D-F13BCC82A334}"/>
              </a:ext>
            </a:extLst>
          </p:cNvPr>
          <p:cNvPicPr/>
          <p:nvPr/>
        </p:nvPicPr>
        <p:blipFill rotWithShape="1">
          <a:blip r:embed="rId3"/>
          <a:srcRect l="14868" t="9822" r="2545"/>
          <a:stretch/>
        </p:blipFill>
        <p:spPr bwMode="auto">
          <a:xfrm>
            <a:off x="0" y="760288"/>
            <a:ext cx="4257069" cy="3256547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CDEB020B-F140-4401-82C1-AB1F637C841A}"/>
              </a:ext>
            </a:extLst>
          </p:cNvPr>
          <p:cNvPicPr/>
          <p:nvPr/>
        </p:nvPicPr>
        <p:blipFill rotWithShape="1">
          <a:blip r:embed="rId4"/>
          <a:srcRect l="2323" r="1474"/>
          <a:stretch/>
        </p:blipFill>
        <p:spPr bwMode="auto">
          <a:xfrm>
            <a:off x="1" y="3669089"/>
            <a:ext cx="4265644" cy="3256547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40572383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31C7500-E032-DBB5-A780-8247E3B7367B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47FEACEE-25B4-4A2D-B147-27296E36371D}" type="slidenum">
              <a:rPr lang="ru-RU" altLang="zh-CN" noProof="0" smtClean="0"/>
              <a:pPr rtl="0"/>
              <a:t>4</a:t>
            </a:fld>
            <a:endParaRPr lang="ru-RU" altLang="zh-CN" noProof="0" dirty="0"/>
          </a:p>
        </p:txBody>
      </p:sp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178D9A5A-E821-475A-BDDE-90723D59F43B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76028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defPPr>
              <a:defRPr lang="ru-RU"/>
            </a:defPPr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ru-RU" sz="4400" b="1" kern="120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ru-RU" sz="3600" dirty="0">
                <a:solidFill>
                  <a:srgbClr val="002060"/>
                </a:solidFill>
              </a:rPr>
              <a:t>Факторы, влияющие на задачу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1BEC572-BB6A-4242-930D-E783AE9C5A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8777" y="685562"/>
            <a:ext cx="9754445" cy="5486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89768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31C7500-E032-DBB5-A780-8247E3B7367B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47FEACEE-25B4-4A2D-B147-27296E36371D}" type="slidenum">
              <a:rPr lang="ru-RU" altLang="zh-CN" noProof="0" smtClean="0"/>
              <a:pPr rtl="0"/>
              <a:t>5</a:t>
            </a:fld>
            <a:endParaRPr lang="ru-RU" altLang="zh-CN" noProof="0" dirty="0"/>
          </a:p>
        </p:txBody>
      </p:sp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178D9A5A-E821-475A-BDDE-90723D59F43B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76028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defPPr>
              <a:defRPr lang="ru-RU"/>
            </a:defPPr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ru-RU" sz="4400" b="1" kern="120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ru-RU" sz="3600" dirty="0">
                <a:solidFill>
                  <a:srgbClr val="002060"/>
                </a:solidFill>
              </a:rPr>
              <a:t>Модель и цель исследования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B85943-4393-41B7-806E-F6EF6D24E07F}"/>
              </a:ext>
            </a:extLst>
          </p:cNvPr>
          <p:cNvSpPr txBox="1"/>
          <p:nvPr/>
        </p:nvSpPr>
        <p:spPr>
          <a:xfrm>
            <a:off x="0" y="760288"/>
            <a:ext cx="1219200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ru-RU" altLang="ru-RU" sz="2400" b="1" dirty="0">
                <a:latin typeface="Arial" panose="020B0604020202020204" pitchFamily="34" charset="0"/>
              </a:rPr>
              <a:t>Модель </a:t>
            </a:r>
            <a:r>
              <a:rPr lang="ru-RU" altLang="ru-RU" sz="2400" dirty="0">
                <a:latin typeface="Arial" panose="020B0604020202020204" pitchFamily="34" charset="0"/>
              </a:rPr>
              <a:t>построена</a:t>
            </a:r>
            <a:r>
              <a:rPr kumimoji="0" lang="ru-RU" altLang="ru-RU" sz="2400" b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24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методом</a:t>
            </a:r>
            <a:r>
              <a:rPr kumimoji="0" lang="ru-RU" altLang="ru-RU" sz="2400" b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24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регрессионного анализа</a:t>
            </a:r>
            <a:r>
              <a:rPr lang="ru-RU" altLang="ru-RU" sz="2400" dirty="0">
                <a:latin typeface="Arial" panose="020B0604020202020204" pitchFamily="34" charset="0"/>
              </a:rPr>
              <a:t> и о</a:t>
            </a:r>
            <a:r>
              <a:rPr kumimoji="0" lang="ru-RU" altLang="ru-RU" sz="24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писывает зависимость точности абс</a:t>
            </a:r>
            <a:r>
              <a:rPr lang="ru-RU" altLang="ru-RU" sz="2400" dirty="0">
                <a:latin typeface="Arial" panose="020B0604020202020204" pitchFamily="34" charset="0"/>
              </a:rPr>
              <a:t>о</a:t>
            </a:r>
            <a:r>
              <a:rPr kumimoji="0" lang="ru-RU" altLang="ru-RU" sz="24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лютной ошибки (</a:t>
            </a:r>
            <a:r>
              <a:rPr lang="en-US" altLang="ru-RU" sz="2400" dirty="0">
                <a:latin typeface="Arial" panose="020B0604020202020204" pitchFamily="34" charset="0"/>
              </a:rPr>
              <a:t>y1</a:t>
            </a:r>
            <a:r>
              <a:rPr kumimoji="0" lang="ru-RU" altLang="ru-RU" sz="24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от факторов (X, U, Z)</a:t>
            </a:r>
            <a:r>
              <a:rPr lang="en-US" altLang="ru-RU" sz="2400" dirty="0">
                <a:latin typeface="Arial" panose="020B0604020202020204" pitchFamily="34" charset="0"/>
              </a:rPr>
              <a:t>.</a:t>
            </a:r>
            <a:endParaRPr kumimoji="0" lang="ru-RU" altLang="ru-RU" sz="240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ru-RU" altLang="ru-RU" sz="2400" b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Цель</a:t>
            </a:r>
            <a:r>
              <a:rPr lang="en-US" altLang="ru-RU" sz="2400" dirty="0">
                <a:latin typeface="Arial" panose="020B0604020202020204" pitchFamily="34" charset="0"/>
              </a:rPr>
              <a:t>:</a:t>
            </a:r>
            <a:r>
              <a:rPr kumimoji="0" lang="ru-RU" altLang="ru-RU" sz="24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адекватное математическое описание связи между факторами и откликом </a:t>
            </a:r>
            <a:r>
              <a:rPr kumimoji="0" lang="en-US" altLang="ru-RU" sz="24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</a:t>
            </a:r>
            <a:r>
              <a:rPr kumimoji="0" lang="en-US" altLang="ru-RU" sz="2400" u="none" strike="noStrike" cap="none" normalizeH="0" baseline="-2500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</a:t>
            </a:r>
            <a:r>
              <a:rPr lang="en-US" altLang="ru-RU" sz="2400" dirty="0">
                <a:latin typeface="Arial" panose="020B0604020202020204" pitchFamily="34" charset="0"/>
              </a:rPr>
              <a:t>.</a:t>
            </a:r>
            <a:endParaRPr kumimoji="0" lang="ru-RU" altLang="ru-RU" sz="240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ru-RU" altLang="ru-RU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Вид функции</a:t>
            </a:r>
            <a:r>
              <a:rPr kumimoji="0" lang="en-US" altLang="ru-RU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на основе модели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b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lang="en-US" altLang="ru-RU" sz="2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y</a:t>
            </a:r>
            <a:r>
              <a:rPr lang="en-US" altLang="ru-RU" sz="2400" baseline="-250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1</a:t>
            </a:r>
            <a:r>
              <a:rPr lang="ru-RU" sz="2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=</a:t>
            </a:r>
            <a:r>
              <a:rPr lang="en-US" sz="2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</a:t>
            </a:r>
            <a:r>
              <a:rPr lang="ru-RU" sz="2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(</a:t>
            </a:r>
            <a:r>
              <a:rPr lang="en-US" sz="2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X</a:t>
            </a:r>
            <a:r>
              <a:rPr lang="ru-RU" sz="2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</a:t>
            </a:r>
            <a:r>
              <a:rPr lang="en-US" sz="2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U</a:t>
            </a:r>
            <a:r>
              <a:rPr lang="ru-RU" sz="2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</a:t>
            </a:r>
            <a:r>
              <a:rPr lang="en-US" sz="2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Z</a:t>
            </a:r>
            <a:r>
              <a:rPr lang="ru-RU" sz="2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) = </a:t>
            </a:r>
            <a:r>
              <a:rPr lang="en-US" sz="2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</a:t>
            </a:r>
            <a:r>
              <a:rPr lang="ru-RU" sz="2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(</a:t>
            </a:r>
            <a:r>
              <a:rPr lang="en-US" sz="2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x</a:t>
            </a:r>
            <a:r>
              <a:rPr lang="ru-RU" sz="2400" baseline="-250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1</a:t>
            </a:r>
            <a:r>
              <a:rPr lang="ru-RU" sz="2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</a:t>
            </a:r>
            <a:r>
              <a:rPr lang="en-US" sz="2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x</a:t>
            </a:r>
            <a:r>
              <a:rPr lang="ru-RU" sz="2400" baseline="-250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2</a:t>
            </a:r>
            <a:r>
              <a:rPr lang="ru-RU" sz="2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</a:t>
            </a:r>
            <a:r>
              <a:rPr lang="en-US" sz="2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x</a:t>
            </a:r>
            <a:r>
              <a:rPr lang="ru-RU" sz="2400" baseline="-250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3</a:t>
            </a:r>
            <a:r>
              <a:rPr lang="ru-RU" sz="2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</a:t>
            </a:r>
            <a:r>
              <a:rPr lang="en-US" sz="2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x</a:t>
            </a:r>
            <a:r>
              <a:rPr lang="ru-RU" sz="2400" baseline="-250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4</a:t>
            </a:r>
            <a:r>
              <a:rPr lang="ru-RU" sz="2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; </a:t>
            </a:r>
            <a:r>
              <a:rPr lang="en-US" sz="2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u</a:t>
            </a:r>
            <a:r>
              <a:rPr lang="ru-RU" sz="2400" baseline="-250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1</a:t>
            </a:r>
            <a:r>
              <a:rPr lang="ru-RU" sz="2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</a:t>
            </a:r>
            <a:r>
              <a:rPr lang="en-US" sz="2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u</a:t>
            </a:r>
            <a:r>
              <a:rPr lang="ru-RU" sz="2400" baseline="-250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2</a:t>
            </a:r>
            <a:r>
              <a:rPr lang="ru-RU" sz="2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</a:t>
            </a:r>
            <a:r>
              <a:rPr lang="en-US" sz="2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u</a:t>
            </a:r>
            <a:r>
              <a:rPr lang="ru-RU" sz="2400" baseline="-250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3</a:t>
            </a:r>
            <a:r>
              <a:rPr lang="ru-RU" sz="2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; </a:t>
            </a:r>
            <a:r>
              <a:rPr lang="en-US" sz="2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z</a:t>
            </a:r>
            <a:r>
              <a:rPr lang="ru-RU" sz="2400" baseline="-250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1</a:t>
            </a:r>
            <a:r>
              <a:rPr lang="ru-RU" sz="2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</a:t>
            </a:r>
            <a:r>
              <a:rPr lang="en-US" sz="2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z</a:t>
            </a:r>
            <a:r>
              <a:rPr lang="ru-RU" sz="2400" baseline="-250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2</a:t>
            </a:r>
            <a:r>
              <a:rPr lang="ru-RU" sz="2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</a:t>
            </a:r>
            <a:r>
              <a:rPr lang="en-US" sz="2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z</a:t>
            </a:r>
            <a:r>
              <a:rPr lang="ru-RU" sz="2400" baseline="-250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3</a:t>
            </a:r>
            <a:r>
              <a:rPr lang="ru-RU" sz="2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)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ru-RU" altLang="ru-RU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Модель предназначена для:</a:t>
            </a:r>
          </a:p>
          <a:p>
            <a:pPr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формального выражения влияния факторов на </a:t>
            </a:r>
            <a:r>
              <a:rPr kumimoji="0" lang="en-US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kumimoji="0" lang="en-US" altLang="ru-RU" sz="2400" b="0" i="0" u="none" strike="noStrike" cap="none" normalizeH="0" baseline="-2500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pPr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интерпретации влияния факторов как основы для анализа и оптимизации.</a:t>
            </a:r>
          </a:p>
        </p:txBody>
      </p:sp>
    </p:spTree>
    <p:extLst>
      <p:ext uri="{BB962C8B-B14F-4D97-AF65-F5344CB8AC3E}">
        <p14:creationId xmlns:p14="http://schemas.microsoft.com/office/powerpoint/2010/main" val="6879486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31C7500-E032-DBB5-A780-8247E3B7367B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47FEACEE-25B4-4A2D-B147-27296E36371D}" type="slidenum">
              <a:rPr lang="ru-RU" altLang="zh-CN" noProof="0" smtClean="0"/>
              <a:pPr rtl="0"/>
              <a:t>6</a:t>
            </a:fld>
            <a:endParaRPr lang="ru-RU" altLang="zh-CN" noProof="0" dirty="0"/>
          </a:p>
        </p:txBody>
      </p:sp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178D9A5A-E821-475A-BDDE-90723D59F43B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76028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defPPr>
              <a:defRPr lang="ru-RU"/>
            </a:defPPr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ru-RU" sz="4400" b="1" kern="120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ru-RU" sz="3600" dirty="0">
                <a:solidFill>
                  <a:srgbClr val="002060"/>
                </a:solidFill>
              </a:rPr>
              <a:t>Методика эксперимента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17EC538-98A2-4C4F-A7B2-EBF6C4686F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1816" y="1224309"/>
            <a:ext cx="9388368" cy="535873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943A1D5-A0A0-46AF-BB49-85DD2F1F2317}"/>
              </a:ext>
            </a:extLst>
          </p:cNvPr>
          <p:cNvSpPr txBox="1"/>
          <p:nvPr/>
        </p:nvSpPr>
        <p:spPr>
          <a:xfrm>
            <a:off x="-1" y="760288"/>
            <a:ext cx="1219199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Незначимыми факторами являются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Яркость (люкс), Погода, Время суток</a:t>
            </a:r>
          </a:p>
        </p:txBody>
      </p:sp>
    </p:spTree>
    <p:extLst>
      <p:ext uri="{BB962C8B-B14F-4D97-AF65-F5344CB8AC3E}">
        <p14:creationId xmlns:p14="http://schemas.microsoft.com/office/powerpoint/2010/main" val="40155832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31C7500-E032-DBB5-A780-8247E3B7367B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47FEACEE-25B4-4A2D-B147-27296E36371D}" type="slidenum">
              <a:rPr lang="ru-RU" altLang="zh-CN" noProof="0" smtClean="0"/>
              <a:pPr rtl="0"/>
              <a:t>7</a:t>
            </a:fld>
            <a:endParaRPr lang="ru-RU" altLang="zh-CN" noProof="0" dirty="0"/>
          </a:p>
        </p:txBody>
      </p:sp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178D9A5A-E821-475A-BDDE-90723D59F43B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76028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defPPr>
              <a:defRPr lang="ru-RU"/>
            </a:defPPr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ru-RU" sz="4400" b="1" kern="120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ru-RU" sz="3600" dirty="0">
                <a:solidFill>
                  <a:srgbClr val="002060"/>
                </a:solidFill>
              </a:rPr>
              <a:t>Корреляционная матрица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2A87972-D3B0-4D1E-8C16-56CA027D4388}"/>
              </a:ext>
            </a:extLst>
          </p:cNvPr>
          <p:cNvSpPr txBox="1"/>
          <p:nvPr/>
        </p:nvSpPr>
        <p:spPr>
          <a:xfrm>
            <a:off x="-1" y="760288"/>
            <a:ext cx="1219199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Удалены следующие факторы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Высота (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px), 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Ширина (%), Высота (%), Дистанция</a:t>
            </a:r>
          </a:p>
        </p:txBody>
      </p:sp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543FE05A-B151-49FB-BE27-775FD419BD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2123089"/>
              </p:ext>
            </p:extLst>
          </p:nvPr>
        </p:nvGraphicFramePr>
        <p:xfrm>
          <a:off x="1" y="1221953"/>
          <a:ext cx="12070079" cy="4626635"/>
        </p:xfrm>
        <a:graphic>
          <a:graphicData uri="http://schemas.openxmlformats.org/drawingml/2006/table">
            <a:tbl>
              <a:tblPr firstRow="1" firstCol="1">
                <a:tableStyleId>{5C22544A-7EE6-4342-B048-85BDC9FD1C3A}</a:tableStyleId>
              </a:tblPr>
              <a:tblGrid>
                <a:gridCol w="1965930">
                  <a:extLst>
                    <a:ext uri="{9D8B030D-6E8A-4147-A177-3AD203B41FA5}">
                      <a16:colId xmlns:a16="http://schemas.microsoft.com/office/drawing/2014/main" val="1408656979"/>
                    </a:ext>
                  </a:extLst>
                </a:gridCol>
                <a:gridCol w="1228705">
                  <a:extLst>
                    <a:ext uri="{9D8B030D-6E8A-4147-A177-3AD203B41FA5}">
                      <a16:colId xmlns:a16="http://schemas.microsoft.com/office/drawing/2014/main" val="3954514647"/>
                    </a:ext>
                  </a:extLst>
                </a:gridCol>
                <a:gridCol w="1250714">
                  <a:extLst>
                    <a:ext uri="{9D8B030D-6E8A-4147-A177-3AD203B41FA5}">
                      <a16:colId xmlns:a16="http://schemas.microsoft.com/office/drawing/2014/main" val="2735382649"/>
                    </a:ext>
                  </a:extLst>
                </a:gridCol>
                <a:gridCol w="1264013">
                  <a:extLst>
                    <a:ext uri="{9D8B030D-6E8A-4147-A177-3AD203B41FA5}">
                      <a16:colId xmlns:a16="http://schemas.microsoft.com/office/drawing/2014/main" val="1722886617"/>
                    </a:ext>
                  </a:extLst>
                </a:gridCol>
                <a:gridCol w="1173575">
                  <a:extLst>
                    <a:ext uri="{9D8B030D-6E8A-4147-A177-3AD203B41FA5}">
                      <a16:colId xmlns:a16="http://schemas.microsoft.com/office/drawing/2014/main" val="1584804501"/>
                    </a:ext>
                  </a:extLst>
                </a:gridCol>
                <a:gridCol w="1083315">
                  <a:extLst>
                    <a:ext uri="{9D8B030D-6E8A-4147-A177-3AD203B41FA5}">
                      <a16:colId xmlns:a16="http://schemas.microsoft.com/office/drawing/2014/main" val="2905874056"/>
                    </a:ext>
                  </a:extLst>
                </a:gridCol>
                <a:gridCol w="1666728">
                  <a:extLst>
                    <a:ext uri="{9D8B030D-6E8A-4147-A177-3AD203B41FA5}">
                      <a16:colId xmlns:a16="http://schemas.microsoft.com/office/drawing/2014/main" val="3104834428"/>
                    </a:ext>
                  </a:extLst>
                </a:gridCol>
                <a:gridCol w="1439572">
                  <a:extLst>
                    <a:ext uri="{9D8B030D-6E8A-4147-A177-3AD203B41FA5}">
                      <a16:colId xmlns:a16="http://schemas.microsoft.com/office/drawing/2014/main" val="3683095135"/>
                    </a:ext>
                  </a:extLst>
                </a:gridCol>
                <a:gridCol w="997527">
                  <a:extLst>
                    <a:ext uri="{9D8B030D-6E8A-4147-A177-3AD203B41FA5}">
                      <a16:colId xmlns:a16="http://schemas.microsoft.com/office/drawing/2014/main" val="1844274057"/>
                    </a:ext>
                  </a:extLst>
                </a:gridCol>
              </a:tblGrid>
              <a:tr h="841207">
                <a:tc>
                  <a:txBody>
                    <a:bodyPr/>
                    <a:lstStyle/>
                    <a:p>
                      <a:pPr algn="ctr" fontAlgn="b"/>
                      <a:r>
                        <a:rPr lang="ru-RU" sz="24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RU" sz="24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400" i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Ширина (</a:t>
                      </a:r>
                      <a:r>
                        <a:rPr lang="en-US" sz="2400" i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px)</a:t>
                      </a:r>
                      <a:endParaRPr lang="en-US" sz="24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4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Высота (</a:t>
                      </a:r>
                      <a:r>
                        <a:rPr lang="en-US" sz="24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px)</a:t>
                      </a:r>
                      <a:endParaRPr lang="en-US" sz="24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4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Ширина (%)</a:t>
                      </a:r>
                      <a:endParaRPr lang="ru-RU" sz="24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4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Высота (%)</a:t>
                      </a:r>
                      <a:endParaRPr lang="ru-RU" sz="24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4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Аспект (Ш/В)</a:t>
                      </a:r>
                      <a:endParaRPr lang="ru-RU" sz="24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4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Дистанция</a:t>
                      </a:r>
                      <a:endParaRPr lang="ru-RU" sz="24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4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Качество фото</a:t>
                      </a:r>
                      <a:endParaRPr lang="ru-RU" sz="24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40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Абс</a:t>
                      </a:r>
                      <a:r>
                        <a:rPr lang="ru-RU" sz="24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ru-RU" sz="240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дист</a:t>
                      </a:r>
                      <a:endParaRPr lang="ru-RU" sz="24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3394981"/>
                  </a:ext>
                </a:extLst>
              </a:tr>
              <a:tr h="420603">
                <a:tc>
                  <a:txBody>
                    <a:bodyPr/>
                    <a:lstStyle/>
                    <a:p>
                      <a:pPr algn="l" fontAlgn="b"/>
                      <a:r>
                        <a:rPr lang="ru-RU" sz="2400" i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Ширина (</a:t>
                      </a:r>
                      <a:r>
                        <a:rPr lang="en-US" sz="2400" i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px)</a:t>
                      </a:r>
                      <a:endParaRPr lang="en-US" sz="24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400" b="1" i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1,00</a:t>
                      </a:r>
                      <a:endParaRPr lang="ru-RU" sz="2400" b="1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rgbClr val="FFEB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400" b="1" i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RU" sz="2400" b="1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rgbClr val="FFEB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400" b="1" i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RU" sz="2400" b="1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rgbClr val="FFEB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4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RU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rgbClr val="FFEB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4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RU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rgbClr val="FFEB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4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RU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rgbClr val="FFEB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4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RU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rgbClr val="FFEB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4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RU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rgbClr val="FF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1248039"/>
                  </a:ext>
                </a:extLst>
              </a:tr>
              <a:tr h="420603">
                <a:tc>
                  <a:txBody>
                    <a:bodyPr/>
                    <a:lstStyle/>
                    <a:p>
                      <a:pPr algn="l" fontAlgn="b"/>
                      <a:r>
                        <a:rPr lang="ru-RU" sz="2400" i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Высота (</a:t>
                      </a:r>
                      <a:r>
                        <a:rPr lang="en-US" sz="2400" i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px)</a:t>
                      </a:r>
                      <a:endParaRPr lang="en-US" sz="24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400" b="1" i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0,99</a:t>
                      </a:r>
                      <a:endParaRPr lang="ru-RU" sz="2400" b="1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rgbClr val="FFEB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400" b="1" i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1,00</a:t>
                      </a:r>
                      <a:endParaRPr lang="ru-RU" sz="2400" b="1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rgbClr val="FFEB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400" b="1" i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RU" sz="2400" b="1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rgbClr val="FFEB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4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RU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rgbClr val="FFEB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4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RU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rgbClr val="FFEB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4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RU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rgbClr val="FFEB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4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RU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rgbClr val="FFEB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4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RU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rgbClr val="FF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9504720"/>
                  </a:ext>
                </a:extLst>
              </a:tr>
              <a:tr h="420603">
                <a:tc>
                  <a:txBody>
                    <a:bodyPr/>
                    <a:lstStyle/>
                    <a:p>
                      <a:pPr algn="l" fontAlgn="b"/>
                      <a:r>
                        <a:rPr lang="ru-RU" sz="2400" i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Ширина (%)</a:t>
                      </a:r>
                      <a:endParaRPr lang="ru-RU" sz="24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400" b="1" i="1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1,00</a:t>
                      </a:r>
                      <a:endParaRPr lang="ru-RU" sz="2400" b="1" i="1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rgbClr val="FFEB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400" b="1" i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0,99</a:t>
                      </a:r>
                      <a:endParaRPr lang="ru-RU" sz="2400" b="1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rgbClr val="FFEB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400" b="1" i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1,00</a:t>
                      </a:r>
                      <a:endParaRPr lang="ru-RU" sz="2400" b="1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rgbClr val="FFEB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4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RU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rgbClr val="FFEB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4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RU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rgbClr val="FFEB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4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RU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rgbClr val="FFEB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4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RU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rgbClr val="FFEB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4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RU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rgbClr val="FF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9929091"/>
                  </a:ext>
                </a:extLst>
              </a:tr>
              <a:tr h="420603">
                <a:tc>
                  <a:txBody>
                    <a:bodyPr/>
                    <a:lstStyle/>
                    <a:p>
                      <a:pPr algn="l" fontAlgn="b"/>
                      <a:r>
                        <a:rPr lang="ru-RU" sz="2400" i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Высота (%)</a:t>
                      </a:r>
                      <a:endParaRPr lang="ru-RU" sz="24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400" b="1" i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0,99</a:t>
                      </a:r>
                      <a:endParaRPr lang="ru-RU" sz="2400" b="1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rgbClr val="FFEB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400" b="1" i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1,00</a:t>
                      </a:r>
                      <a:endParaRPr lang="ru-RU" sz="2400" b="1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rgbClr val="FFEB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400" b="1" i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0,99</a:t>
                      </a:r>
                      <a:endParaRPr lang="ru-RU" sz="2400" b="1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rgbClr val="FFEB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400" b="1" i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1,00</a:t>
                      </a:r>
                      <a:endParaRPr lang="ru-RU" sz="2400" b="1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rgbClr val="FFEB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4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RU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rgbClr val="FFEB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4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RU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rgbClr val="FFEB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4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RU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rgbClr val="FFEB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4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RU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rgbClr val="FF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5953119"/>
                  </a:ext>
                </a:extLst>
              </a:tr>
              <a:tr h="420603">
                <a:tc>
                  <a:txBody>
                    <a:bodyPr/>
                    <a:lstStyle/>
                    <a:p>
                      <a:pPr algn="l" fontAlgn="b"/>
                      <a:r>
                        <a:rPr lang="ru-RU" sz="24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Аспект (Ш/В)</a:t>
                      </a:r>
                      <a:endParaRPr lang="ru-RU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4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0,53</a:t>
                      </a:r>
                      <a:endParaRPr lang="ru-RU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accent6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4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0,43</a:t>
                      </a:r>
                      <a:endParaRPr lang="ru-RU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accent6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4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0,53</a:t>
                      </a:r>
                      <a:endParaRPr lang="ru-RU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accent6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4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0,43</a:t>
                      </a:r>
                      <a:endParaRPr lang="ru-RU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accent6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4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1,00</a:t>
                      </a:r>
                      <a:endParaRPr lang="ru-RU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accent6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4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RU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accent6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4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RU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accent6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4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RU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accent6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571855"/>
                  </a:ext>
                </a:extLst>
              </a:tr>
              <a:tr h="420603">
                <a:tc>
                  <a:txBody>
                    <a:bodyPr/>
                    <a:lstStyle/>
                    <a:p>
                      <a:pPr algn="l" fontAlgn="b"/>
                      <a:r>
                        <a:rPr lang="ru-RU" sz="2400" i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Дистанция</a:t>
                      </a:r>
                      <a:endParaRPr lang="ru-RU" sz="24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400" b="1" i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-0,98</a:t>
                      </a:r>
                      <a:endParaRPr lang="ru-RU" sz="2400" b="1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rgbClr val="FFEB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400" b="1" i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-0,98</a:t>
                      </a:r>
                      <a:endParaRPr lang="ru-RU" sz="2400" b="1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rgbClr val="FFEB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400" b="1" i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-0,98</a:t>
                      </a:r>
                      <a:endParaRPr lang="ru-RU" sz="2400" b="1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rgbClr val="FFEB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400" b="1" i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-0,98</a:t>
                      </a:r>
                      <a:endParaRPr lang="ru-RU" sz="2400" b="1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rgbClr val="FFEB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4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-0,51</a:t>
                      </a:r>
                      <a:endParaRPr lang="ru-RU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rgbClr val="FFEB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400" b="1" i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1,00</a:t>
                      </a:r>
                      <a:endParaRPr lang="ru-RU" sz="2400" b="1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rgbClr val="FFEB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4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RU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rgbClr val="FFEB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4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RU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rgbClr val="FF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6017370"/>
                  </a:ext>
                </a:extLst>
              </a:tr>
              <a:tr h="841207">
                <a:tc>
                  <a:txBody>
                    <a:bodyPr/>
                    <a:lstStyle/>
                    <a:p>
                      <a:pPr algn="l" fontAlgn="b"/>
                      <a:r>
                        <a:rPr lang="ru-RU" sz="24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Качество фото</a:t>
                      </a:r>
                      <a:endParaRPr lang="ru-RU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4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0,03</a:t>
                      </a:r>
                      <a:endParaRPr lang="ru-RU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accent6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4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0,03</a:t>
                      </a:r>
                      <a:endParaRPr lang="ru-RU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accent6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4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0,03</a:t>
                      </a:r>
                      <a:endParaRPr lang="ru-RU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accent6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4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0,03</a:t>
                      </a:r>
                      <a:endParaRPr lang="ru-RU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accent6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4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-0,03</a:t>
                      </a:r>
                      <a:endParaRPr lang="ru-RU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accent6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4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-0,03</a:t>
                      </a:r>
                      <a:endParaRPr lang="ru-RU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accent6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4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1,00</a:t>
                      </a:r>
                      <a:endParaRPr lang="ru-RU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accent6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4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RU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accent6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482516"/>
                  </a:ext>
                </a:extLst>
              </a:tr>
              <a:tr h="420603">
                <a:tc>
                  <a:txBody>
                    <a:bodyPr/>
                    <a:lstStyle/>
                    <a:p>
                      <a:pPr algn="l" fontAlgn="b"/>
                      <a:r>
                        <a:rPr lang="ru-RU" sz="240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Абс</a:t>
                      </a:r>
                      <a:r>
                        <a:rPr lang="ru-RU" sz="24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ru-RU" sz="240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дист</a:t>
                      </a:r>
                      <a:endParaRPr lang="ru-RU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4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-0,58</a:t>
                      </a:r>
                      <a:endParaRPr lang="ru-RU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accent6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4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-0,55</a:t>
                      </a:r>
                      <a:endParaRPr lang="ru-RU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accent6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4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-0,58</a:t>
                      </a:r>
                      <a:endParaRPr lang="ru-RU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accent6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4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-0,55</a:t>
                      </a:r>
                      <a:endParaRPr lang="ru-RU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accent6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4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-0,51</a:t>
                      </a:r>
                      <a:endParaRPr lang="ru-RU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accent6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4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0,57</a:t>
                      </a:r>
                      <a:endParaRPr lang="ru-RU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accent6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4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-0,30</a:t>
                      </a:r>
                      <a:endParaRPr lang="ru-RU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accent6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4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1,00</a:t>
                      </a:r>
                      <a:endParaRPr lang="ru-RU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accent6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50531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36730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31C7500-E032-DBB5-A780-8247E3B7367B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47FEACEE-25B4-4A2D-B147-27296E36371D}" type="slidenum">
              <a:rPr lang="ru-RU" altLang="zh-CN" noProof="0" smtClean="0"/>
              <a:pPr rtl="0"/>
              <a:t>8</a:t>
            </a:fld>
            <a:endParaRPr lang="ru-RU" altLang="zh-CN" noProof="0" dirty="0"/>
          </a:p>
        </p:txBody>
      </p:sp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178D9A5A-E821-475A-BDDE-90723D59F43B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76028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defPPr>
              <a:defRPr lang="ru-RU"/>
            </a:defPPr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ru-RU" sz="4400" b="1" kern="120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ru-RU" sz="3600" dirty="0">
                <a:solidFill>
                  <a:srgbClr val="002060"/>
                </a:solidFill>
              </a:rPr>
              <a:t>Эксперимент и апробация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2A87972-D3B0-4D1E-8C16-56CA027D4388}"/>
                  </a:ext>
                </a:extLst>
              </p:cNvPr>
              <p:cNvSpPr txBox="1"/>
              <p:nvPr/>
            </p:nvSpPr>
            <p:spPr>
              <a:xfrm>
                <a:off x="-1" y="760288"/>
                <a:ext cx="12191999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ru-RU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Регрессионное уравнение</a:t>
                </a: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u-RU" sz="2400"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b>
                        <m:r>
                          <a:rPr lang="ru-RU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ru-RU" sz="2400">
                        <a:latin typeface="Cambria Math" panose="02040503050406030204" pitchFamily="18" charset="0"/>
                      </a:rPr>
                      <m:t>= 4,88</m:t>
                    </m:r>
                    <m:r>
                      <a:rPr lang="ru-RU" sz="240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ru-RU" sz="2400">
                        <a:latin typeface="Cambria Math" panose="02040503050406030204" pitchFamily="18" charset="0"/>
                      </a:rPr>
                      <m:t>0,06</m:t>
                    </m:r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ru-RU" sz="24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ru-RU" sz="240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ru-RU" sz="2400">
                        <a:latin typeface="Cambria Math" panose="02040503050406030204" pitchFamily="18" charset="0"/>
                      </a:rPr>
                      <m:t>2,59</m:t>
                    </m:r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u-RU" sz="2400"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ru-RU" sz="240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ru-RU" sz="240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ru-RU" sz="2400">
                        <a:latin typeface="Cambria Math" panose="02040503050406030204" pitchFamily="18" charset="0"/>
                      </a:rPr>
                      <m:t>0,2</m:t>
                    </m:r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u-RU" sz="2400">
                            <a:latin typeface="Cambria Math" panose="02040503050406030204" pitchFamily="18" charset="0"/>
                          </a:rPr>
                          <m:t>z</m:t>
                        </m:r>
                      </m:e>
                      <m:sub>
                        <m:r>
                          <a:rPr lang="ru-RU" sz="240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ru-RU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2A87972-D3B0-4D1E-8C16-56CA027D43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" y="760288"/>
                <a:ext cx="12191999" cy="461665"/>
              </a:xfrm>
              <a:prstGeom prst="rect">
                <a:avLst/>
              </a:prstGeom>
              <a:blipFill>
                <a:blip r:embed="rId3"/>
                <a:stretch>
                  <a:fillRect l="-50" t="-9333" b="-320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" name="Диаграмма 8">
            <a:extLst>
              <a:ext uri="{FF2B5EF4-FFF2-40B4-BE49-F238E27FC236}">
                <a16:creationId xmlns:a16="http://schemas.microsoft.com/office/drawing/2014/main" id="{00000000-0008-0000-0500-000002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33419297"/>
              </p:ext>
            </p:extLst>
          </p:nvPr>
        </p:nvGraphicFramePr>
        <p:xfrm>
          <a:off x="0" y="2054318"/>
          <a:ext cx="12192000" cy="30968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27575474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31C7500-E032-DBB5-A780-8247E3B7367B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47FEACEE-25B4-4A2D-B147-27296E36371D}" type="slidenum">
              <a:rPr lang="ru-RU" altLang="zh-CN" noProof="0" smtClean="0"/>
              <a:pPr rtl="0"/>
              <a:t>9</a:t>
            </a:fld>
            <a:endParaRPr lang="ru-RU" altLang="zh-CN" noProof="0" dirty="0"/>
          </a:p>
        </p:txBody>
      </p:sp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178D9A5A-E821-475A-BDDE-90723D59F43B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76028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defPPr>
              <a:defRPr lang="ru-RU"/>
            </a:defPPr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ru-RU" sz="4400" b="1" kern="120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ru-RU" sz="3600" dirty="0">
                <a:solidFill>
                  <a:srgbClr val="002060"/>
                </a:solidFill>
              </a:rPr>
              <a:t>Эксперимент и апробация </a:t>
            </a:r>
          </a:p>
        </p:txBody>
      </p:sp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65373BB9-6EA6-4DC1-931F-796628C17B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816957"/>
              </p:ext>
            </p:extLst>
          </p:nvPr>
        </p:nvGraphicFramePr>
        <p:xfrm>
          <a:off x="175593" y="1521603"/>
          <a:ext cx="5920407" cy="2523129"/>
        </p:xfrm>
        <a:graphic>
          <a:graphicData uri="http://schemas.openxmlformats.org/drawingml/2006/table">
            <a:tbl>
              <a:tblPr firstCol="1">
                <a:effectLst>
                  <a:outerShdw blurRad="152400" dist="317500" dir="5400000" sx="90000" sy="-19000" rotWithShape="0">
                    <a:prstClr val="black">
                      <a:alpha val="15000"/>
                    </a:prstClr>
                  </a:outerShdw>
                </a:effectLst>
                <a:tableStyleId>{5C22544A-7EE6-4342-B048-85BDC9FD1C3A}</a:tableStyleId>
              </a:tblPr>
              <a:tblGrid>
                <a:gridCol w="5920407">
                  <a:extLst>
                    <a:ext uri="{9D8B030D-6E8A-4147-A177-3AD203B41FA5}">
                      <a16:colId xmlns:a16="http://schemas.microsoft.com/office/drawing/2014/main" val="2512907249"/>
                    </a:ext>
                  </a:extLst>
                </a:gridCol>
              </a:tblGrid>
              <a:tr h="217178">
                <a:tc>
                  <a:txBody>
                    <a:bodyPr/>
                    <a:lstStyle/>
                    <a:p>
                      <a:pPr algn="ctr"/>
                      <a:r>
                        <a:rPr lang="ru-RU" sz="2400" dirty="0">
                          <a:latin typeface="+mj-lt"/>
                          <a:cs typeface="Arial" panose="020B0604020202020204" pitchFamily="34" charset="0"/>
                        </a:rPr>
                        <a:t>Регрессионная статистика</a:t>
                      </a:r>
                      <a:r>
                        <a:rPr lang="en-US" sz="2400" dirty="0">
                          <a:latin typeface="+mj-lt"/>
                          <a:cs typeface="Arial" panose="020B0604020202020204" pitchFamily="34" charset="0"/>
                        </a:rPr>
                        <a:t>:</a:t>
                      </a:r>
                      <a:endParaRPr lang="ru-RU" sz="2400" dirty="0">
                        <a:latin typeface="+mj-lt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4918509"/>
                  </a:ext>
                </a:extLst>
              </a:tr>
              <a:tr h="623463">
                <a:tc>
                  <a:txBody>
                    <a:bodyPr/>
                    <a:lstStyle/>
                    <a:p>
                      <a:pPr marL="0" marR="0" lvl="0" indent="450215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  <a:r>
                        <a:rPr lang="en-US" sz="240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ru-RU" sz="240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= </a:t>
                      </a:r>
                      <a:r>
                        <a:rPr lang="ru-RU" sz="240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0,69</a:t>
                      </a:r>
                      <a:endParaRPr lang="ru-RU" sz="24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9673648"/>
                  </a:ext>
                </a:extLst>
              </a:tr>
              <a:tr h="260816">
                <a:tc>
                  <a:txBody>
                    <a:bodyPr/>
                    <a:lstStyle/>
                    <a:p>
                      <a:pPr indent="450215" algn="ctr">
                        <a:lnSpc>
                          <a:spcPct val="150000"/>
                        </a:lnSpc>
                      </a:pPr>
                      <a:r>
                        <a:rPr lang="ru-RU" sz="2400" b="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</a:t>
                      </a:r>
                      <a:r>
                        <a:rPr lang="ru-RU" sz="2400" b="0" kern="1200" baseline="300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2</a:t>
                      </a:r>
                      <a:r>
                        <a:rPr lang="ru-RU" sz="240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= 0,48</a:t>
                      </a:r>
                      <a:endParaRPr lang="ru-RU" sz="24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9335495"/>
                  </a:ext>
                </a:extLst>
              </a:tr>
              <a:tr h="464950">
                <a:tc>
                  <a:txBody>
                    <a:bodyPr/>
                    <a:lstStyle/>
                    <a:p>
                      <a:pPr marL="0" marR="0" lvl="0" indent="450215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b="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</a:t>
                      </a:r>
                      <a:r>
                        <a:rPr lang="en-US" sz="2400" b="0" kern="1200" baseline="-250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mse</a:t>
                      </a:r>
                      <a:r>
                        <a:rPr lang="ru-RU" sz="240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 = </a:t>
                      </a:r>
                      <a:r>
                        <a:rPr lang="ru-RU" sz="240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0,31</a:t>
                      </a:r>
                      <a:endParaRPr lang="ru-RU" sz="24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0571390"/>
                  </a:ext>
                </a:extLst>
              </a:tr>
              <a:tr h="260816">
                <a:tc>
                  <a:txBody>
                    <a:bodyPr/>
                    <a:lstStyle/>
                    <a:p>
                      <a:pPr indent="450215" algn="ctr">
                        <a:lnSpc>
                          <a:spcPct val="150000"/>
                        </a:lnSpc>
                      </a:pPr>
                      <a:r>
                        <a:rPr lang="ru-RU" sz="240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Наблюдения = 96</a:t>
                      </a:r>
                      <a:endParaRPr lang="ru-RU" sz="24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8204126"/>
                  </a:ext>
                </a:extLst>
              </a:tr>
            </a:tbl>
          </a:graphicData>
        </a:graphic>
      </p:graphicFrame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4C5AE4A9-FBCA-477A-A572-64DF52766B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0513062"/>
              </p:ext>
            </p:extLst>
          </p:nvPr>
        </p:nvGraphicFramePr>
        <p:xfrm>
          <a:off x="6271594" y="1591285"/>
          <a:ext cx="5744814" cy="1828800"/>
        </p:xfrm>
        <a:graphic>
          <a:graphicData uri="http://schemas.openxmlformats.org/drawingml/2006/table">
            <a:tbl>
              <a:tblPr firstCol="1">
                <a:tableStyleId>{5C22544A-7EE6-4342-B048-85BDC9FD1C3A}</a:tableStyleId>
              </a:tblPr>
              <a:tblGrid>
                <a:gridCol w="2317792">
                  <a:extLst>
                    <a:ext uri="{9D8B030D-6E8A-4147-A177-3AD203B41FA5}">
                      <a16:colId xmlns:a16="http://schemas.microsoft.com/office/drawing/2014/main" val="2099651604"/>
                    </a:ext>
                  </a:extLst>
                </a:gridCol>
                <a:gridCol w="1456898">
                  <a:extLst>
                    <a:ext uri="{9D8B030D-6E8A-4147-A177-3AD203B41FA5}">
                      <a16:colId xmlns:a16="http://schemas.microsoft.com/office/drawing/2014/main" val="3567913604"/>
                    </a:ext>
                  </a:extLst>
                </a:gridCol>
                <a:gridCol w="1970124">
                  <a:extLst>
                    <a:ext uri="{9D8B030D-6E8A-4147-A177-3AD203B41FA5}">
                      <a16:colId xmlns:a16="http://schemas.microsoft.com/office/drawing/2014/main" val="928091310"/>
                    </a:ext>
                  </a:extLst>
                </a:gridCol>
              </a:tblGrid>
              <a:tr h="190500">
                <a:tc gridSpan="3">
                  <a:txBody>
                    <a:bodyPr/>
                    <a:lstStyle/>
                    <a:p>
                      <a:pPr algn="ctr" fontAlgn="b"/>
                      <a:r>
                        <a:rPr lang="ru-RU" sz="2400" u="none" strike="noStrike" dirty="0" err="1">
                          <a:effectLst/>
                          <a:latin typeface="Arial Black (Заголовки)"/>
                        </a:rPr>
                        <a:t>Коэф</a:t>
                      </a:r>
                      <a:r>
                        <a:rPr lang="ru-RU" sz="2400" u="none" strike="noStrike" dirty="0">
                          <a:effectLst/>
                          <a:latin typeface="Arial Black (Заголовки)"/>
                        </a:rPr>
                        <a:t>-ты эластичности и </a:t>
                      </a:r>
                      <a:r>
                        <a:rPr lang="el-GR" sz="2400" b="1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β</a:t>
                      </a:r>
                      <a:endParaRPr lang="ru-RU" sz="2400" b="0" i="0" u="none" strike="noStrike" dirty="0">
                        <a:solidFill>
                          <a:srgbClr val="000000"/>
                        </a:solidFill>
                        <a:effectLst/>
                        <a:latin typeface="Arial Black (Заголовки)"/>
                        <a:cs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 hMerge="1">
                  <a:txBody>
                    <a:bodyPr/>
                    <a:lstStyle/>
                    <a:p>
                      <a:pPr algn="ctr" fontAlgn="b"/>
                      <a:endParaRPr lang="ru-RU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 hMerge="1">
                  <a:txBody>
                    <a:bodyPr/>
                    <a:lstStyle/>
                    <a:p>
                      <a:pPr algn="ctr" fontAlgn="b"/>
                      <a:endParaRPr lang="ru-RU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7701502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ru-RU" sz="24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RU" sz="24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1" u="none" strike="noStrike" dirty="0" err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Yj</a:t>
                      </a:r>
                      <a:endParaRPr lang="en-US" sz="2400" b="1" i="1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l-GR" sz="2400" b="1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β</a:t>
                      </a:r>
                      <a:r>
                        <a:rPr lang="en-US" sz="2400" b="1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</a:t>
                      </a:r>
                      <a:endParaRPr lang="en-US" sz="2400" b="1" i="1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451261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ru-RU" sz="24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Ширина (%)</a:t>
                      </a:r>
                      <a:endParaRPr lang="ru-RU" sz="24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4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-1,28</a:t>
                      </a:r>
                      <a:endParaRPr lang="ru-RU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4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6,93</a:t>
                      </a:r>
                      <a:endParaRPr lang="ru-RU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647898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ru-RU" sz="24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Аспект (Ш/В)</a:t>
                      </a:r>
                      <a:endParaRPr lang="ru-RU" sz="24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4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-0,18</a:t>
                      </a:r>
                      <a:endParaRPr lang="ru-RU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4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0,12</a:t>
                      </a:r>
                      <a:endParaRPr lang="ru-RU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27787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ru-RU" sz="24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Качество</a:t>
                      </a:r>
                      <a:endParaRPr lang="ru-RU" sz="24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4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-0,19</a:t>
                      </a:r>
                      <a:endParaRPr lang="ru-RU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4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1,5</a:t>
                      </a:r>
                      <a:endParaRPr lang="ru-RU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4554048"/>
                  </a:ext>
                </a:extLst>
              </a:tr>
            </a:tbl>
          </a:graphicData>
        </a:graphic>
      </p:graphicFrame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B503AC91-AD42-471B-B827-A713E41F80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5086370"/>
              </p:ext>
            </p:extLst>
          </p:nvPr>
        </p:nvGraphicFramePr>
        <p:xfrm>
          <a:off x="0" y="4389120"/>
          <a:ext cx="12191999" cy="1828800"/>
        </p:xfrm>
        <a:graphic>
          <a:graphicData uri="http://schemas.openxmlformats.org/drawingml/2006/table">
            <a:tbl>
              <a:tblPr firstRow="1" firstCol="1">
                <a:tableStyleId>{5C22544A-7EE6-4342-B048-85BDC9FD1C3A}</a:tableStyleId>
              </a:tblPr>
              <a:tblGrid>
                <a:gridCol w="3643987">
                  <a:extLst>
                    <a:ext uri="{9D8B030D-6E8A-4147-A177-3AD203B41FA5}">
                      <a16:colId xmlns:a16="http://schemas.microsoft.com/office/drawing/2014/main" val="3389906540"/>
                    </a:ext>
                  </a:extLst>
                </a:gridCol>
                <a:gridCol w="1382203">
                  <a:extLst>
                    <a:ext uri="{9D8B030D-6E8A-4147-A177-3AD203B41FA5}">
                      <a16:colId xmlns:a16="http://schemas.microsoft.com/office/drawing/2014/main" val="491178624"/>
                    </a:ext>
                  </a:extLst>
                </a:gridCol>
                <a:gridCol w="2623318">
                  <a:extLst>
                    <a:ext uri="{9D8B030D-6E8A-4147-A177-3AD203B41FA5}">
                      <a16:colId xmlns:a16="http://schemas.microsoft.com/office/drawing/2014/main" val="201711651"/>
                    </a:ext>
                  </a:extLst>
                </a:gridCol>
                <a:gridCol w="1628391">
                  <a:extLst>
                    <a:ext uri="{9D8B030D-6E8A-4147-A177-3AD203B41FA5}">
                      <a16:colId xmlns:a16="http://schemas.microsoft.com/office/drawing/2014/main" val="2142375150"/>
                    </a:ext>
                  </a:extLst>
                </a:gridCol>
                <a:gridCol w="1532632">
                  <a:extLst>
                    <a:ext uri="{9D8B030D-6E8A-4147-A177-3AD203B41FA5}">
                      <a16:colId xmlns:a16="http://schemas.microsoft.com/office/drawing/2014/main" val="1293239157"/>
                    </a:ext>
                  </a:extLst>
                </a:gridCol>
                <a:gridCol w="1381468">
                  <a:extLst>
                    <a:ext uri="{9D8B030D-6E8A-4147-A177-3AD203B41FA5}">
                      <a16:colId xmlns:a16="http://schemas.microsoft.com/office/drawing/2014/main" val="3128816847"/>
                    </a:ext>
                  </a:extLst>
                </a:gridCol>
              </a:tblGrid>
              <a:tr h="190500">
                <a:tc gridSpan="6">
                  <a:txBody>
                    <a:bodyPr/>
                    <a:lstStyle/>
                    <a:p>
                      <a:pPr algn="ctr" fontAlgn="b"/>
                      <a:r>
                        <a:rPr lang="ru-RU" sz="2400" u="none" strike="noStrike" dirty="0">
                          <a:effectLst/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Дисперсионный анализ</a:t>
                      </a:r>
                      <a:endParaRPr lang="ru-RU" sz="2400" b="0" i="0" u="none" strike="noStrike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 hMerge="1">
                  <a:txBody>
                    <a:bodyPr/>
                    <a:lstStyle/>
                    <a:p>
                      <a:pPr algn="l" fontAlgn="b"/>
                      <a:endParaRPr lang="ru-RU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 hMerge="1">
                  <a:txBody>
                    <a:bodyPr/>
                    <a:lstStyle/>
                    <a:p>
                      <a:pPr algn="l" fontAlgn="b"/>
                      <a:endParaRPr lang="ru-RU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 hMerge="1">
                  <a:txBody>
                    <a:bodyPr/>
                    <a:lstStyle/>
                    <a:p>
                      <a:pPr algn="l" fontAlgn="b"/>
                      <a:endParaRPr lang="ru-RU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 hMerge="1">
                  <a:txBody>
                    <a:bodyPr/>
                    <a:lstStyle/>
                    <a:p>
                      <a:pPr algn="l" fontAlgn="b"/>
                      <a:endParaRPr lang="ru-RU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 hMerge="1">
                  <a:txBody>
                    <a:bodyPr/>
                    <a:lstStyle/>
                    <a:p>
                      <a:pPr algn="l" fontAlgn="b"/>
                      <a:endParaRPr lang="ru-RU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43301326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ru-RU" sz="24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RU" sz="24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1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df</a:t>
                      </a:r>
                      <a:endParaRPr lang="en-US" sz="2400" b="1" i="1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1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SS</a:t>
                      </a:r>
                      <a:endParaRPr lang="en-US" sz="2400" b="1" i="1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1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MS</a:t>
                      </a:r>
                      <a:endParaRPr lang="en-US" sz="2400" b="1" i="1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1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  <a:endParaRPr lang="en-US" sz="2400" b="1" i="1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1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  <a:r>
                        <a:rPr lang="ru-RU" sz="2400" b="1" u="none" strike="noStrike" baseline="-25000" dirty="0" err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знач</a:t>
                      </a:r>
                      <a:endParaRPr lang="en-US" sz="2400" b="1" i="1" u="none" strike="noStrike" baseline="-2500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756568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ru-RU" sz="24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Регрессия</a:t>
                      </a:r>
                      <a:endParaRPr lang="ru-RU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4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ru-RU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accent6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4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8,02</a:t>
                      </a:r>
                      <a:endParaRPr lang="ru-RU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accent6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4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2,68</a:t>
                      </a:r>
                      <a:endParaRPr lang="ru-RU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accent6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4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28,28</a:t>
                      </a:r>
                      <a:endParaRPr lang="ru-RU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accent6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accent6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369473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ru-RU" sz="24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Остаток</a:t>
                      </a:r>
                      <a:endParaRPr lang="ru-RU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4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92</a:t>
                      </a:r>
                      <a:endParaRPr lang="ru-RU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accent6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4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8,70</a:t>
                      </a:r>
                      <a:endParaRPr lang="ru-RU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accent6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4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0,09</a:t>
                      </a:r>
                      <a:endParaRPr lang="ru-RU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accent6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4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RU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accent6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4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RU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accent6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001554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ru-RU" sz="24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Итого</a:t>
                      </a:r>
                      <a:endParaRPr lang="ru-RU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4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95</a:t>
                      </a:r>
                      <a:endParaRPr lang="ru-RU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accent6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4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16,71</a:t>
                      </a:r>
                      <a:endParaRPr lang="ru-RU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accent6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4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RU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accent6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4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RU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accent6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4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RU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accent6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8521634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FD4238D9-78DD-49D9-B230-B970D4831B22}"/>
              </a:ext>
            </a:extLst>
          </p:cNvPr>
          <p:cNvSpPr txBox="1"/>
          <p:nvPr/>
        </p:nvSpPr>
        <p:spPr>
          <a:xfrm>
            <a:off x="-20321" y="609317"/>
            <a:ext cx="122123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Отобраны факторы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при p &lt; 0,05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Ширина (%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),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 Аспект (Ш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В)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Качество фото</a:t>
            </a:r>
          </a:p>
        </p:txBody>
      </p:sp>
    </p:spTree>
    <p:extLst>
      <p:ext uri="{BB962C8B-B14F-4D97-AF65-F5344CB8AC3E}">
        <p14:creationId xmlns:p14="http://schemas.microsoft.com/office/powerpoint/2010/main" val="29399625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1E8B1F8-B0E8-4DCC-BC3B-484D4D2BF022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>
          <a:xfrm>
            <a:off x="11242295" y="6217920"/>
            <a:ext cx="458592" cy="365125"/>
          </a:xfrm>
        </p:spPr>
        <p:txBody>
          <a:bodyPr/>
          <a:lstStyle/>
          <a:p>
            <a:fld id="{47FEACEE-25B4-4A2D-B147-27296E36371D}" type="slidenum">
              <a:rPr lang="ru-RU" altLang="zh-CN" sz="1800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10</a:t>
            </a:fld>
            <a:endParaRPr lang="ru-RU" altLang="zh-CN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DFF497B-972E-4AB1-B548-B2FC6055A088}"/>
              </a:ext>
            </a:extLst>
          </p:cNvPr>
          <p:cNvSpPr txBox="1"/>
          <p:nvPr/>
        </p:nvSpPr>
        <p:spPr>
          <a:xfrm>
            <a:off x="-1" y="760288"/>
            <a:ext cx="12191999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В ходе исследовательского кейса была построена регрессионная модель для оценки точности абсолютной ошибки определения дистанции: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Ширина рамки (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px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): увеличение снижает ошибку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ru-RU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Аспект (Ш/В): значимой связи не выявлено.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Качество фото: при ухудшении растёт разброс ошибок.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Абсолютная ошибка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большинство ошибок &lt;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0,5 м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ru-RU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Регрессионная модель подтверждает зависимости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и предсказывает точность ошибки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ru-RU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Заголовок 6">
            <a:extLst>
              <a:ext uri="{FF2B5EF4-FFF2-40B4-BE49-F238E27FC236}">
                <a16:creationId xmlns:a16="http://schemas.microsoft.com/office/drawing/2014/main" id="{A7066EED-55A4-4CEB-84FF-0C9746A02BBB}"/>
              </a:ext>
            </a:extLst>
          </p:cNvPr>
          <p:cNvSpPr txBox="1">
            <a:spLocks/>
          </p:cNvSpPr>
          <p:nvPr/>
        </p:nvSpPr>
        <p:spPr>
          <a:xfrm>
            <a:off x="1" y="0"/>
            <a:ext cx="12192000" cy="76028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defPPr>
              <a:defRPr lang="ru-RU"/>
            </a:defPPr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ru-RU" sz="4400" b="1" kern="120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ru-RU" sz="3600" dirty="0">
                <a:solidFill>
                  <a:srgbClr val="002060"/>
                </a:solidFill>
              </a:rPr>
              <a:t>Заключение</a:t>
            </a:r>
          </a:p>
          <a:p>
            <a:pPr algn="ctr">
              <a:lnSpc>
                <a:spcPct val="100000"/>
              </a:lnSpc>
            </a:pPr>
            <a:endParaRPr lang="ru-RU" sz="36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88163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6">
            <a:extLst>
              <a:ext uri="{FF2B5EF4-FFF2-40B4-BE49-F238E27FC236}">
                <a16:creationId xmlns:a16="http://schemas.microsoft.com/office/drawing/2014/main" id="{3CF34119-1DB8-402D-BB31-AE5DC8262C68}"/>
              </a:ext>
            </a:extLst>
          </p:cNvPr>
          <p:cNvSpPr txBox="1">
            <a:spLocks/>
          </p:cNvSpPr>
          <p:nvPr/>
        </p:nvSpPr>
        <p:spPr>
          <a:xfrm>
            <a:off x="2903620" y="1898692"/>
            <a:ext cx="9288380" cy="76028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defPPr>
              <a:defRPr lang="ru-RU"/>
            </a:defPPr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ru-RU" sz="4400" b="1" kern="120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ru-RU" sz="6600" dirty="0">
                <a:solidFill>
                  <a:srgbClr val="002060"/>
                </a:solidFill>
              </a:rPr>
              <a:t>СПАСИБО ЗА ВНИМАНИЕ!</a:t>
            </a:r>
          </a:p>
        </p:txBody>
      </p:sp>
      <p:sp>
        <p:nvSpPr>
          <p:cNvPr id="6" name="Номер слайда 4">
            <a:extLst>
              <a:ext uri="{FF2B5EF4-FFF2-40B4-BE49-F238E27FC236}">
                <a16:creationId xmlns:a16="http://schemas.microsoft.com/office/drawing/2014/main" id="{9E66A957-C513-450B-95B0-A8595A615485}"/>
              </a:ext>
            </a:extLst>
          </p:cNvPr>
          <p:cNvSpPr txBox="1">
            <a:spLocks/>
          </p:cNvSpPr>
          <p:nvPr/>
        </p:nvSpPr>
        <p:spPr>
          <a:xfrm>
            <a:off x="11248776" y="6217920"/>
            <a:ext cx="638424" cy="327259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7FEACEE-25B4-4A2D-B147-27296E36371D}" type="slidenum">
              <a:rPr lang="ru-RU" altLang="zh-CN" smtClean="0"/>
              <a:pPr/>
              <a:t>11</a:t>
            </a:fld>
            <a:endParaRPr lang="ru-RU" altLang="zh-CN" dirty="0"/>
          </a:p>
        </p:txBody>
      </p:sp>
    </p:spTree>
    <p:extLst>
      <p:ext uri="{BB962C8B-B14F-4D97-AF65-F5344CB8AC3E}">
        <p14:creationId xmlns:p14="http://schemas.microsoft.com/office/powerpoint/2010/main" val="529279411"/>
      </p:ext>
    </p:extLst>
  </p:cSld>
  <p:clrMapOvr>
    <a:masterClrMapping/>
  </p:clrMapOvr>
</p:sld>
</file>

<file path=ppt/theme/theme1.xml><?xml version="1.0" encoding="utf-8"?>
<a:theme xmlns:a="http://schemas.openxmlformats.org/drawingml/2006/main" name="Пользовательская​">
  <a:themeElements>
    <a:clrScheme name="Custom 9">
      <a:dk1>
        <a:srgbClr val="000000"/>
      </a:dk1>
      <a:lt1>
        <a:srgbClr val="FFFFFF"/>
      </a:lt1>
      <a:dk2>
        <a:srgbClr val="0F253E"/>
      </a:dk2>
      <a:lt2>
        <a:srgbClr val="E7E6E6"/>
      </a:lt2>
      <a:accent1>
        <a:srgbClr val="4472C4"/>
      </a:accent1>
      <a:accent2>
        <a:srgbClr val="B83803"/>
      </a:accent2>
      <a:accent3>
        <a:srgbClr val="DCD3CC"/>
      </a:accent3>
      <a:accent4>
        <a:srgbClr val="F79320"/>
      </a:accent4>
      <a:accent5>
        <a:srgbClr val="44668D"/>
      </a:accent5>
      <a:accent6>
        <a:srgbClr val="0F253E"/>
      </a:accent6>
      <a:hlink>
        <a:srgbClr val="AEC0D9"/>
      </a:hlink>
      <a:folHlink>
        <a:srgbClr val="B83903"/>
      </a:folHlink>
    </a:clrScheme>
    <a:fontScheme name="Custom 10">
      <a:majorFont>
        <a:latin typeface="Arial Black"/>
        <a:ea typeface=""/>
        <a:cs typeface="Arial Black"/>
      </a:majorFont>
      <a:minorFont>
        <a:latin typeface="Abad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/>
      <a:lstStyle>
        <a:defPPr marL="0" indent="0" algn="ctr">
          <a:lnSpc>
            <a:spcPct val="100000"/>
          </a:lnSpc>
          <a:spcBef>
            <a:spcPts val="0"/>
          </a:spcBef>
          <a:buFontTx/>
          <a:buNone/>
          <a:defRPr sz="1800" smtClean="0">
            <a:solidFill>
              <a:prstClr val="white"/>
            </a:solidFill>
            <a:latin typeface="Posterama" panose="020B0504020200020000" pitchFamily="34" charset="0"/>
            <a:ea typeface="微软雅黑"/>
            <a:cs typeface="Posterama" panose="020B0504020200020000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_71627982_TF00951641_Win32" id="{FCC91359-B634-4883-A2B8-19CEDDDA07B5}" vid="{8CC0BCB0-159C-4E0C-8711-4CE9AA661063}"/>
    </a:ext>
  </a:extLst>
</a:theme>
</file>

<file path=ppt/theme/theme2.xml><?xml version="1.0" encoding="utf-8"?>
<a:theme xmlns:a="http://schemas.openxmlformats.org/drawingml/2006/main" name="1_Пользовательская​">
  <a:themeElements>
    <a:clrScheme name="Custom 9">
      <a:dk1>
        <a:srgbClr val="000000"/>
      </a:dk1>
      <a:lt1>
        <a:srgbClr val="FFFFFF"/>
      </a:lt1>
      <a:dk2>
        <a:srgbClr val="0F253E"/>
      </a:dk2>
      <a:lt2>
        <a:srgbClr val="E7E6E6"/>
      </a:lt2>
      <a:accent1>
        <a:srgbClr val="4472C4"/>
      </a:accent1>
      <a:accent2>
        <a:srgbClr val="B83803"/>
      </a:accent2>
      <a:accent3>
        <a:srgbClr val="DCD3CC"/>
      </a:accent3>
      <a:accent4>
        <a:srgbClr val="F79320"/>
      </a:accent4>
      <a:accent5>
        <a:srgbClr val="44668D"/>
      </a:accent5>
      <a:accent6>
        <a:srgbClr val="0F253E"/>
      </a:accent6>
      <a:hlink>
        <a:srgbClr val="AEC0D9"/>
      </a:hlink>
      <a:folHlink>
        <a:srgbClr val="B83903"/>
      </a:folHlink>
    </a:clrScheme>
    <a:fontScheme name="Custom 10">
      <a:majorFont>
        <a:latin typeface="Arial Black"/>
        <a:ea typeface=""/>
        <a:cs typeface="Arial Black"/>
      </a:majorFont>
      <a:minorFont>
        <a:latin typeface="Abad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/>
      <a:lstStyle>
        <a:defPPr marL="0" indent="0" algn="ctr">
          <a:lnSpc>
            <a:spcPct val="100000"/>
          </a:lnSpc>
          <a:spcBef>
            <a:spcPts val="0"/>
          </a:spcBef>
          <a:buFontTx/>
          <a:buNone/>
          <a:defRPr sz="1800" smtClean="0">
            <a:solidFill>
              <a:prstClr val="white"/>
            </a:solidFill>
            <a:latin typeface="Posterama" panose="020B0504020200020000" pitchFamily="34" charset="0"/>
            <a:ea typeface="微软雅黑"/>
            <a:cs typeface="Posterama" panose="020B0504020200020000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_71627982_TF00951641_Win32" id="{FCC91359-B634-4883-A2B8-19CEDDDA07B5}" vid="{8CC0BCB0-159C-4E0C-8711-4CE9AA661063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2905</TotalTime>
  <Words>697</Words>
  <Application>Microsoft Office PowerPoint</Application>
  <PresentationFormat>Широкоэкранный</PresentationFormat>
  <Paragraphs>210</Paragraphs>
  <Slides>11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11</vt:i4>
      </vt:variant>
    </vt:vector>
  </HeadingPairs>
  <TitlesOfParts>
    <vt:vector size="20" baseType="lpstr">
      <vt:lpstr>Abadi</vt:lpstr>
      <vt:lpstr>Arial</vt:lpstr>
      <vt:lpstr>Arial Black</vt:lpstr>
      <vt:lpstr>Arial Black (Заголовки)</vt:lpstr>
      <vt:lpstr>Calibri</vt:lpstr>
      <vt:lpstr>Cambria Math</vt:lpstr>
      <vt:lpstr>Roboto Slab</vt:lpstr>
      <vt:lpstr>Пользовательская​</vt:lpstr>
      <vt:lpstr>1_Пользовательская​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AllayBro</dc:creator>
  <cp:lastModifiedBy>AllayBro</cp:lastModifiedBy>
  <cp:revision>85</cp:revision>
  <dcterms:created xsi:type="dcterms:W3CDTF">2025-08-11T12:24:46Z</dcterms:created>
  <dcterms:modified xsi:type="dcterms:W3CDTF">2025-09-15T07:26:46Z</dcterms:modified>
</cp:coreProperties>
</file>